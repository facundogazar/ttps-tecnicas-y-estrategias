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</p:sldIdLst>
  <p:sldSz cx="9144000" cy="5143500" type="screen16x9"/>
  <p:notesSz cx="6858000" cy="9144000"/>
  <p:embeddedFontLst>
    <p:embeddedFont>
      <p:font typeface="Lato" panose="020F0502020204030203" pitchFamily="34" charset="0"/>
      <p:regular r:id="rId211"/>
      <p:bold r:id="rId212"/>
      <p:italic r:id="rId213"/>
      <p:boldItalic r:id="rId214"/>
    </p:embeddedFont>
    <p:embeddedFont>
      <p:font typeface="Raleway" pitchFamily="2" charset="0"/>
      <p:regular r:id="rId215"/>
      <p:bold r:id="rId216"/>
      <p:italic r:id="rId217"/>
      <p:boldItalic r:id="rId2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C93F84-BAE2-4218-9B31-0AE3D821AFEC}">
  <a:tblStyle styleId="{C4C93F84-BAE2-4218-9B31-0AE3D821AF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font" Target="fonts/font6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font" Target="fonts/font7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font" Target="fonts/font8.fntdata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presProps" Target="presProps.xml"/><Relationship Id="rId3" Type="http://schemas.openxmlformats.org/officeDocument/2006/relationships/slide" Target="slides/slide2.xml"/><Relationship Id="rId214" Type="http://schemas.openxmlformats.org/officeDocument/2006/relationships/font" Target="fonts/font4.fntdata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notesMaster" Target="notesMasters/notesMaster1.xml"/><Relationship Id="rId215" Type="http://schemas.openxmlformats.org/officeDocument/2006/relationships/font" Target="fonts/font5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font" Target="fonts/font1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font" Target="fonts/font2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9baa4f699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9baa4f699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9baa4f69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9baa4f69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9baa4f699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9baa4f699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9baa4f69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9baa4f69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e26b1a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2e26b1a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9baa4f699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9baa4f699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9baa4f69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9baa4f69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b818b8c83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b818b8c83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b818b8c83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b818b8c83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41a0bed6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41a0bed6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818b8c83_2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b818b8c83_2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b818b8c83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b818b8c83_2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818b8c83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b818b8c83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b818b8c83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b818b8c83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b818b8c83_2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b818b8c83_2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b818b8c83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b818b8c83_2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b818b8c83_2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b818b8c83_2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b818b8c83_2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b818b8c83_2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b818b8c83_2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bb818b8c83_2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b818b8c83_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b818b8c83_2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b818b8c83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bb818b8c83_2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b818b8c83_2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b818b8c83_2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b818b8c83_2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b818b8c83_2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b818b8c83_2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b818b8c83_2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b818b8c83_2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b818b8c83_2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b818b8c83_2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b818b8c83_2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b818b8c83_2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b818b8c83_2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b818b8c83_2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bb818b8c83_2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b818b8c83_2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bb818b8c83_2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b818b8c83_2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b818b8c83_2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b818b8c83_2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b818b8c83_2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b818b8c83_2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b818b8c83_2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b818b8c83_2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bb818b8c83_2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b818b8c83_2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bb818b8c83_2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b818b8c83_2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b818b8c83_2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bb818b8c83_2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bb818b8c83_2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b818b8c83_2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b818b8c83_2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b818b8c83_2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b818b8c83_2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b818b8c83_2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bb818b8c83_2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b818b8c83_2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bb818b8c83_2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b818b8c83_2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bb818b8c83_2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b818b8c83_2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bb818b8c83_2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b818b8c83_2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bb818b8c83_2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bb818b8c83_2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bb818b8c83_2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b818b8c83_2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bb818b8c83_2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bb818b8c83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bb818b8c83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b818b8c83_2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bb818b8c83_2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bb818b8c83_2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bb818b8c83_2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bb818b8c83_2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bb818b8c83_2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b818b8c83_2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bb818b8c83_2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bb818b8c83_2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bb818b8c83_2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b818b8c83_2_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bb818b8c83_2_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bb818b8c83_2_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bb818b8c83_2_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b9baa4f699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b9baa4f699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bfa35754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bfa35754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bfa357543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bfa3575435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bfa35754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bfa35754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bfa3575435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bfa3575435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bfa3575435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bfa3575435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bfa3575435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bfa3575435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bfa3575435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bfa3575435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bfa3575435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bfa3575435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3bfa3575435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3bfa3575435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bfa3575435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3bfa3575435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bfa3575435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3bfa3575435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3bfa3575435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3bfa3575435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bfa3575435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3bfa3575435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3bfa3575435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3bfa3575435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bfa3575435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3bfa3575435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bc9b162eb0_0_2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bc9b162eb0_0_2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3bc9b162eb0_0_2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3bc9b162eb0_0_2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3bc9b162eb0_0_2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3bc9b162eb0_0_2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bc9b162eb0_0_2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3bc9b162eb0_0_2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3bc9b162eb0_0_2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3bc9b162eb0_0_2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3bc9b162eb0_0_2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3bc9b162eb0_0_2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bc9b162eb0_0_2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3bc9b162eb0_0_2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bc9b162eb0_0_2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bc9b162eb0_0_2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3bc9b162eb0_0_2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3bc9b162eb0_0_2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bc9b162eb0_0_2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3bc9b162eb0_0_2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3bc9b162eb0_0_3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3bc9b162eb0_0_3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bc9b162eb0_0_3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3bc9b162eb0_0_3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bc9b162eb0_0_3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3bc9b162eb0_0_3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3bc9b162eb0_0_30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3bc9b162eb0_0_30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bc9b162eb0_0_3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3bc9b162eb0_0_3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3bc9b162eb0_0_3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3bc9b162eb0_0_3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g3bc9b162eb0_0_3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8" name="Google Shape;2118;g3bc9b162eb0_0_3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bc9b162eb0_0_3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bc9b162eb0_0_3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3bfa3575435_0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3bfa3575435_0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3bfa3575435_0_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3bfa3575435_0_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3c1fcdac00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3c1fcdac00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g3c1fcdac00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3" name="Google Shape;2313;g3c1fcdac00e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3c1fcdac00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" name="Google Shape;2373;g3c1fcdac00e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g3c1fcdac00e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3" name="Google Shape;2433;g3c1fcdac00e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3c1fcdac00e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3c1fcdac00e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3c1fcdac00e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3c1fcdac00e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g3c1fcdac00e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3" name="Google Shape;2613;g3c1fcdac00e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g3c1fcdac00e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3" name="Google Shape;2673;g3c1fcdac00e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g3c1fcdac00e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4" name="Google Shape;2734;g3c1fcdac00e_0_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g3c1fcdac00e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5" name="Google Shape;2795;g3c1fcdac00e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g3c1fcdac00e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6" name="Google Shape;2856;g3c1fcdac00e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c1fcdac00e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3c1fcdac00e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g3c1fcdac00e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8" name="Google Shape;2978;g3c1fcdac00e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g3c1fcdac00e_0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9" name="Google Shape;3039;g3c1fcdac00e_0_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g3c1fcdac00e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0" name="Google Shape;3100;g3c1fcdac00e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g3c1fcdac00e_0_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1" name="Google Shape;3161;g3c1fcdac00e_0_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g3c1fcdac00e_0_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3" name="Google Shape;3223;g3c1fcdac00e_0_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g3c1fcdac00e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5" name="Google Shape;3285;g3c1fcdac00e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6" name="Google Shape;3346;g3c1fcdac00e_0_1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7" name="Google Shape;3347;g3c1fcdac00e_0_1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2" name="Google Shape;3352;g3c1fcdac00e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3" name="Google Shape;3353;g3c1fcdac00e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g3bb818b8c83_2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0" name="Google Shape;3360;g3bb818b8c83_2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g3c1fcdac00e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6" name="Google Shape;3366;g3c1fcdac00e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g3c1fcdac00e_0_1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4" name="Google Shape;3424;g3c1fcdac00e_0_1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g3c1fcdac00e_0_1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2" name="Google Shape;3482;g3c1fcdac00e_0_1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g3c1fcdac00e_0_1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0" name="Google Shape;3540;g3c1fcdac00e_0_1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g3c1fcdac00e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8" name="Google Shape;3598;g3c1fcdac00e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Google Shape;3655;g3c1fcdac00e_0_1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6" name="Google Shape;3656;g3c1fcdac00e_0_1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g3c1fcdac00e_0_1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4" name="Google Shape;3714;g3c1fcdac00e_0_1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0" name="Google Shape;3770;g3c1fcdac00e_0_1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1" name="Google Shape;3771;g3c1fcdac00e_0_1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g3c1fcdac00e_0_1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1" name="Google Shape;3831;g3c1fcdac00e_0_1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g3c1fcdac00e_0_1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8" name="Google Shape;3838;g3c1fcdac00e_0_1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g3c1fcdac00e_0_1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4" name="Google Shape;3894;g3c1fcdac00e_0_1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Google Shape;3950;g3c1fcdac00e_0_1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1" name="Google Shape;3951;g3c1fcdac00e_0_1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" name="Google Shape;4008;g3c1fcdac00e_0_1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9" name="Google Shape;4009;g3c1fcdac00e_0_1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7" name="Google Shape;4067;g3c1fcdac00e_0_2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8" name="Google Shape;4068;g3c1fcdac00e_0_2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Google Shape;4128;g3c1fcdac00e_0_2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9" name="Google Shape;4129;g3c1fcdac00e_0_2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0" name="Google Shape;4190;g3c1fcdac00e_0_2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1" name="Google Shape;4191;g3c1fcdac00e_0_2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2" name="Google Shape;4252;g3c1fcdac00e_0_2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3" name="Google Shape;4253;g3c1fcdac00e_0_2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4" name="Google Shape;4314;g3c1fcdac00e_0_2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5" name="Google Shape;4315;g3c1fcdac00e_0_2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6" name="Google Shape;4376;g3c1fcdac00e_0_2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7" name="Google Shape;4377;g3c1fcdac00e_0_2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9" name="Google Shape;4439;g3c1fcdac00e_0_2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0" name="Google Shape;4440;g3c1fcdac00e_0_2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Google Shape;4501;g3c1fcdac00e_0_2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2" name="Google Shape;4502;g3c1fcdac00e_0_2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4" name="Google Shape;4564;g3c1fcdac00e_0_2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5" name="Google Shape;4565;g3c1fcdac00e_0_2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7" name="Google Shape;4627;g3c1fcdac00e_0_2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8" name="Google Shape;4628;g3c1fcdac00e_0_2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0" name="Google Shape;4690;g3c1fcdac00e_0_2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1" name="Google Shape;4691;g3c1fcdac00e_0_2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6" name="Google Shape;4696;g3c1fcdac00e_0_2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7" name="Google Shape;4697;g3c1fcdac00e_0_2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2" name="Google Shape;4702;g3c1fcdac00e_0_2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3" name="Google Shape;4703;g3c1fcdac00e_0_2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9" name="Google Shape;4709;g3c1fcdac00e_0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0" name="Google Shape;4710;g3c1fcdac00e_0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5" name="Google Shape;4715;g3c266aebd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6" name="Google Shape;4716;g3c266aebd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g3bc9b162e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3" name="Google Shape;4723;g3bc9b162e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g3bc9b162eb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0" name="Google Shape;4750;g3bc9b162eb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7" name="Google Shape;4777;g3bc9b162eb0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8" name="Google Shape;4778;g3bc9b162eb0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9" name="Google Shape;4809;g3bc9b162eb0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0" name="Google Shape;4810;g3bc9b162eb0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2" name="Google Shape;4842;g3bc9b162eb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3" name="Google Shape;4843;g3bc9b162eb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8" name="Google Shape;4848;g3bc9b162eb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9" name="Google Shape;4849;g3bc9b162eb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1" name="Google Shape;4901;g3bc9b162eb0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2" name="Google Shape;4902;g3bc9b162eb0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4" name="Google Shape;4954;g3bc9b162eb0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5" name="Google Shape;4955;g3bc9b162eb0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" name="Google Shape;5007;g3bc9b162eb0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8" name="Google Shape;5008;g3bc9b162eb0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4" name="Google Shape;5064;g3bc9b162eb0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5" name="Google Shape;5065;g3bc9b162eb0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Google Shape;5121;g3bc9b162eb0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2" name="Google Shape;5122;g3bc9b162eb0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8" name="Google Shape;5178;g3bc9b162eb0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9" name="Google Shape;5179;g3bc9b162eb0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5" name="Google Shape;5235;g3bc9b162eb0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6" name="Google Shape;5236;g3bc9b162eb0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2" name="Google Shape;5292;g3bc9b162eb0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3" name="Google Shape;5293;g3bc9b162eb0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0" name="Google Shape;5350;g3bc9b162eb0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1" name="Google Shape;5351;g3bc9b162eb0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8" name="Google Shape;5408;g3bc9b162eb0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9" name="Google Shape;5409;g3bc9b162eb0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6" name="Google Shape;5466;g3bc9b162eb0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7" name="Google Shape;5467;g3bc9b162eb0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4" name="Google Shape;5524;g3bc9b162eb0_0_8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5" name="Google Shape;5525;g3bc9b162eb0_0_8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g3bc9b162eb0_0_8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3" name="Google Shape;5583;g3bc9b162eb0_0_8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1" name="Google Shape;5641;g3bc9b162eb0_0_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2" name="Google Shape;5642;g3bc9b162eb0_0_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0" name="Google Shape;5700;g3bc9b162eb0_0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1" name="Google Shape;5701;g3bc9b162eb0_0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9" name="Google Shape;5759;g3bc9b162eb0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0" name="Google Shape;5760;g3bc9b162eb0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8" name="Google Shape;5818;g3bc9b162eb0_0_10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9" name="Google Shape;5819;g3bc9b162eb0_0_10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8" name="Google Shape;5878;g3bc9b162eb0_0_1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9" name="Google Shape;5879;g3bc9b162eb0_0_1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8" name="Google Shape;5938;g3bc9b162eb0_0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9" name="Google Shape;5939;g3bc9b162eb0_0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8" name="Google Shape;5998;g3bc9b162eb0_0_1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9" name="Google Shape;5999;g3bc9b162eb0_0_1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8" name="Google Shape;6058;g3bc9b162eb0_0_1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9" name="Google Shape;6059;g3bc9b162eb0_0_1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3bc9b162eb0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3bc9b162eb0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0" name="Google Shape;6180;g3bc9b162eb0_0_1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1" name="Google Shape;6181;g3bc9b162eb0_0_1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1" name="Google Shape;6241;g3bc9b162eb0_0_1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2" name="Google Shape;6242;g3bc9b162eb0_0_1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2" name="Google Shape;6302;g3bc9b162eb0_0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3" name="Google Shape;6303;g3bc9b162eb0_0_1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3" name="Google Shape;6363;g3bc9b162eb0_0_1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4" name="Google Shape;6364;g3bc9b162eb0_0_1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5" name="Google Shape;6425;g3bc9b162eb0_0_1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6" name="Google Shape;6426;g3bc9b162eb0_0_1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7" name="Google Shape;6487;g3bc9b162eb0_0_17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8" name="Google Shape;6488;g3bc9b162eb0_0_17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9" name="Google Shape;6549;g3bc9b162eb0_0_1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0" name="Google Shape;6550;g3bc9b162eb0_0_1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1" name="Google Shape;6611;g3bc9b162eb0_0_1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2" name="Google Shape;6612;g3bc9b162eb0_0_1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3" name="Google Shape;6673;g3bc9b162eb0_0_1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4" name="Google Shape;6674;g3bc9b162eb0_0_1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6" name="Google Shape;6736;g3bc9b162eb0_0_2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7" name="Google Shape;6737;g3bc9b162eb0_0_2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" name="Google Shape;6799;g3bc9b162eb0_0_2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0" name="Google Shape;6800;g3bc9b162eb0_0_2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" name="Google Shape;6862;g3bc9b162eb0_0_2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3" name="Google Shape;6863;g3bc9b162eb0_0_2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5" name="Google Shape;6925;g3bc9b162eb0_0_2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6" name="Google Shape;6926;g3bc9b162eb0_0_2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8" name="Google Shape;6988;g3bc9b162eb0_0_2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9" name="Google Shape;6989;g3bc9b162eb0_0_2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2" name="Google Shape;7052;g3bc9b162eb0_0_2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3" name="Google Shape;7053;g3bc9b162eb0_0_2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" name="Google Shape;7116;g3bc9b162eb0_0_2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7" name="Google Shape;7117;g3bc9b162eb0_0_2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Google Shape;7180;g3bc9b162eb0_0_2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1" name="Google Shape;7181;g3bc9b162eb0_0_2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4" name="Google Shape;7244;g3bc9b162eb0_0_2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5" name="Google Shape;7245;g3bc9b162eb0_0_2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8" name="Google Shape;7308;g3bc9b162eb0_0_2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9" name="Google Shape;7309;g3bc9b162eb0_0_2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" name="Google Shape;7372;g3bc9b162eb0_0_2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3" name="Google Shape;7373;g3bc9b162eb0_0_2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6" name="Google Shape;7436;g3bc9b162eb0_0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7" name="Google Shape;7437;g3bc9b162eb0_0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1" name="Google Shape;7501;g3bc9b162eb0_0_2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2" name="Google Shape;7502;g3bc9b162eb0_0_2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6" name="Google Shape;7566;g3bc9a2fa87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7" name="Google Shape;7567;g3bc9a2fa87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2" name="Google Shape;7572;g3bc9b162eb0_0_2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3" name="Google Shape;7573;g3bc9b162eb0_0_2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" name="Google Shape;7578;g3bc9b162eb0_0_2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9" name="Google Shape;7579;g3bc9b162eb0_0_2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4" name="Google Shape;7584;g3bc9b162eb0_0_2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5" name="Google Shape;7585;g3bc9b162eb0_0_2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0" name="Google Shape;7590;g3bc9b162eb0_0_2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1" name="Google Shape;7591;g3bc9b162eb0_0_2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7" name="Google Shape;7597;g3941a0bed6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8" name="Google Shape;7598;g3941a0bed6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2" name="Google Shape;7602;g3b9baa4f69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3" name="Google Shape;7603;g3b9baa4f69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" name="Google Shape;7608;g3941a0bed6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9" name="Google Shape;7609;g3941a0bed6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4" name="Google Shape;7614;g3941a0bed6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5" name="Google Shape;7615;g3941a0bed6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0" name="Google Shape;7620;g3941a0bed6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1" name="Google Shape;7621;g3941a0bed6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6" name="Google Shape;7626;g3941a0bed6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7" name="Google Shape;7627;g3941a0bed6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2" name="Google Shape;7632;g3941a0bed6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3" name="Google Shape;7633;g3941a0bed6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7" name="Google Shape;7637;g3941a0bed6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8" name="Google Shape;7638;g3941a0bed6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3" name="Google Shape;7643;g3941a0bed6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4" name="Google Shape;7644;g3941a0bed6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" name="Google Shape;7649;g3941a0bed6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0" name="Google Shape;7650;g3941a0bed6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" name="Google Shape;7659;g3941a0bed6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0" name="Google Shape;7660;g3941a0bed6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5" name="Google Shape;7665;g3941a0bed6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6" name="Google Shape;7666;g3941a0bed6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1" name="Google Shape;7671;g3941a0bed6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2" name="Google Shape;7672;g3941a0bed6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7" name="Google Shape;7677;g3941a0bed6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8" name="Google Shape;7678;g3941a0bed6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1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1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1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1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1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1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1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1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 idx="4294967295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Evaluación Final - TTPS Técnicas y Estrategias para la Resolución de Problemas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294967295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00"/>
              <a:t>Facundo Nicolás García Zárate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ctrTitle" idx="4294967295"/>
          </p:nvPr>
        </p:nvSpPr>
        <p:spPr>
          <a:xfrm>
            <a:off x="729450" y="1909175"/>
            <a:ext cx="7688100" cy="22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800"/>
              <a:t>Aho-Corasick</a:t>
            </a:r>
            <a:endParaRPr sz="8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 idx="4294967295"/>
          </p:nvPr>
        </p:nvSpPr>
        <p:spPr>
          <a:xfrm>
            <a:off x="1198650" y="739325"/>
            <a:ext cx="6746700" cy="9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¿Cuándo y por qué surgió?</a:t>
            </a:r>
            <a:endParaRPr sz="4000"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4294967295"/>
          </p:nvPr>
        </p:nvSpPr>
        <p:spPr>
          <a:xfrm>
            <a:off x="729625" y="2384825"/>
            <a:ext cx="7688100" cy="13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960"/>
              <a:t>Surgió en 1975 con el propósito de permitir que los bibliógrafos puedan encontrar en un índice de citas todos los títulos que coincidan con una serie de palabras clave.</a:t>
            </a:r>
            <a:endParaRPr sz="29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ctrTitle" idx="4294967295"/>
          </p:nvPr>
        </p:nvSpPr>
        <p:spPr>
          <a:xfrm>
            <a:off x="2379900" y="664575"/>
            <a:ext cx="43842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Alfred Vaino Aho (1941-)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4294967295"/>
          </p:nvPr>
        </p:nvSpPr>
        <p:spPr>
          <a:xfrm>
            <a:off x="729625" y="2263150"/>
            <a:ext cx="7688100" cy="25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" sz="2200"/>
              <a:t>Profesor en Columbia University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" sz="2200"/>
              <a:t>Coautor del libro "Compilers: Principles, Techniques, and Tools" (conocido como el "Dragon Book")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" sz="2200"/>
              <a:t>Ganador del premio Turing en 2020 (junto a Jeffrey Ullman)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ctrTitle" idx="4294967295"/>
          </p:nvPr>
        </p:nvSpPr>
        <p:spPr>
          <a:xfrm>
            <a:off x="1759350" y="619725"/>
            <a:ext cx="56253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Margaret John Corasick (1942-)</a:t>
            </a:r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4294967295"/>
          </p:nvPr>
        </p:nvSpPr>
        <p:spPr>
          <a:xfrm>
            <a:off x="729625" y="2263150"/>
            <a:ext cx="7688100" cy="14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" sz="2200"/>
              <a:t>Trabajó en Bell Labs donde desarrolló este algoritmo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" sz="2200"/>
              <a:t>Posteriormente trabajó en el desarrollo de compiladores y herramientas de análisis de programas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ctrTitle" idx="4294967295"/>
          </p:nvPr>
        </p:nvSpPr>
        <p:spPr>
          <a:xfrm>
            <a:off x="1165050" y="166025"/>
            <a:ext cx="68139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Anécdota en </a:t>
            </a:r>
            <a:r>
              <a:rPr lang="es" i="1"/>
              <a:t>Masterminds of Programming</a:t>
            </a:r>
            <a:endParaRPr i="1"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4294967295"/>
          </p:nvPr>
        </p:nvSpPr>
        <p:spPr>
          <a:xfrm>
            <a:off x="1521300" y="912925"/>
            <a:ext cx="6101400" cy="38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A principio de los años 70, Aho dio una charla en Bell Labs sobre el diseño de algoritmos.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Margaret Corasick se encontraba presente y recientemente había desarrollado un sistema de búsqueda bibliográfica. Algunas búsquedas complejas costaban $600 en tiempo de cómputo.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Aho sugirió: “Buscá todas las palabras clave en paralelo usando un autómata finito”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Semanas después, Corasick volvió y le dijo: “El costo de esa búsqueda bajó a $25, de hecho todas las búsquedas ahora cuestan $25”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ctrTitle" idx="4294967295"/>
          </p:nvPr>
        </p:nvSpPr>
        <p:spPr>
          <a:xfrm>
            <a:off x="2304749" y="570475"/>
            <a:ext cx="4569775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¿Qué problema resuelve?</a:t>
            </a:r>
            <a:endParaRPr dirty="0"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4294967295"/>
          </p:nvPr>
        </p:nvSpPr>
        <p:spPr>
          <a:xfrm>
            <a:off x="985300" y="1780625"/>
            <a:ext cx="76881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/>
              <a:t>El algoritmo Aho-Corasick resuelve el problema de búsqueda de múltiples patrones (multiple pattern matching):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ctrTitle" idx="4294967295"/>
          </p:nvPr>
        </p:nvSpPr>
        <p:spPr>
          <a:xfrm>
            <a:off x="1891200" y="420075"/>
            <a:ext cx="53616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Aplicaciones en el mundo real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4294967295"/>
          </p:nvPr>
        </p:nvSpPr>
        <p:spPr>
          <a:xfrm>
            <a:off x="1920150" y="1720825"/>
            <a:ext cx="53037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Antivirus y detección de malware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Motores de búsqueda y filtrado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Bioinformática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Sistemas de detección de intrusos</a:t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subTitle" idx="4294967295"/>
          </p:nvPr>
        </p:nvSpPr>
        <p:spPr>
          <a:xfrm>
            <a:off x="729452" y="3173325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60" b="1" i="1"/>
              <a:t>T</a:t>
            </a:r>
            <a:r>
              <a:rPr lang="es" sz="2760" b="1"/>
              <a:t> </a:t>
            </a:r>
            <a:r>
              <a:rPr lang="es" sz="2760"/>
              <a:t>es el  llamado text string y </a:t>
            </a:r>
            <a:r>
              <a:rPr lang="es" sz="2760" b="1" i="1"/>
              <a:t>P₁, …, Pₖ</a:t>
            </a:r>
            <a:r>
              <a:rPr lang="es" sz="2760"/>
              <a:t> son los pattern strings.</a:t>
            </a:r>
            <a:endParaRPr sz="2760"/>
          </a:p>
          <a:p>
            <a:pPr marL="0" lvl="0" indent="0"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60"/>
          </a:p>
          <a:p>
            <a:pPr marL="0" lvl="0" indent="0" algn="ctr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2960"/>
          </a:p>
        </p:txBody>
      </p:sp>
      <p:sp>
        <p:nvSpPr>
          <p:cNvPr id="134" name="Google Shape;134;p21"/>
          <p:cNvSpPr txBox="1">
            <a:spLocks noGrp="1"/>
          </p:cNvSpPr>
          <p:nvPr>
            <p:ph type="ctrTitle" idx="4294967295"/>
          </p:nvPr>
        </p:nvSpPr>
        <p:spPr>
          <a:xfrm>
            <a:off x="1131971" y="269675"/>
            <a:ext cx="6880058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/>
              <a:t>Consideremos el siguiente problema:</a:t>
            </a:r>
            <a:endParaRPr sz="3200" dirty="0"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4294967295"/>
          </p:nvPr>
        </p:nvSpPr>
        <p:spPr>
          <a:xfrm>
            <a:off x="729452" y="1372125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2760">
                <a:solidFill>
                  <a:srgbClr val="4A86E8"/>
                </a:solidFill>
              </a:rPr>
              <a:t>Dado un string </a:t>
            </a:r>
            <a:r>
              <a:rPr lang="es" sz="2760" b="1" i="1">
                <a:solidFill>
                  <a:srgbClr val="4A86E8"/>
                </a:solidFill>
              </a:rPr>
              <a:t>T</a:t>
            </a:r>
            <a:r>
              <a:rPr lang="es" sz="2760" i="1">
                <a:solidFill>
                  <a:srgbClr val="4A86E8"/>
                </a:solidFill>
              </a:rPr>
              <a:t> </a:t>
            </a:r>
            <a:endParaRPr sz="2760" i="1">
              <a:solidFill>
                <a:srgbClr val="4A86E8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" sz="2760">
                <a:solidFill>
                  <a:srgbClr val="4A86E8"/>
                </a:solidFill>
              </a:rPr>
              <a:t>y </a:t>
            </a:r>
            <a:r>
              <a:rPr lang="es" sz="2760" b="1" i="1">
                <a:solidFill>
                  <a:srgbClr val="4A86E8"/>
                </a:solidFill>
              </a:rPr>
              <a:t>k</a:t>
            </a:r>
            <a:r>
              <a:rPr lang="es" sz="2760">
                <a:solidFill>
                  <a:srgbClr val="4A86E8"/>
                </a:solidFill>
              </a:rPr>
              <a:t> strings (no vacíos) </a:t>
            </a:r>
            <a:r>
              <a:rPr lang="es" sz="2760" b="1" i="1">
                <a:solidFill>
                  <a:srgbClr val="4A86E8"/>
                </a:solidFill>
              </a:rPr>
              <a:t>P₁, …, Pₖ</a:t>
            </a:r>
            <a:r>
              <a:rPr lang="es" sz="2760">
                <a:solidFill>
                  <a:srgbClr val="4A86E8"/>
                </a:solidFill>
              </a:rPr>
              <a:t>, encontrar todas las ocurrencias de </a:t>
            </a:r>
            <a:r>
              <a:rPr lang="es" sz="2760" b="1" i="1">
                <a:solidFill>
                  <a:srgbClr val="4A86E8"/>
                </a:solidFill>
              </a:rPr>
              <a:t>P₁, …, Pₖ</a:t>
            </a:r>
            <a:r>
              <a:rPr lang="es" sz="2760">
                <a:solidFill>
                  <a:srgbClr val="4A86E8"/>
                </a:solidFill>
              </a:rPr>
              <a:t> en </a:t>
            </a:r>
            <a:r>
              <a:rPr lang="es" sz="2760" b="1" i="1">
                <a:solidFill>
                  <a:srgbClr val="4A86E8"/>
                </a:solidFill>
              </a:rPr>
              <a:t>T</a:t>
            </a:r>
            <a:r>
              <a:rPr lang="es" sz="2760">
                <a:solidFill>
                  <a:srgbClr val="4A86E8"/>
                </a:solidFill>
              </a:rPr>
              <a:t>.</a:t>
            </a:r>
            <a:endParaRPr sz="276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ctrTitle" idx="4294967295"/>
          </p:nvPr>
        </p:nvSpPr>
        <p:spPr>
          <a:xfrm>
            <a:off x="3150800" y="420100"/>
            <a:ext cx="25641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/>
              <a:t>Terminología</a:t>
            </a:r>
            <a:endParaRPr sz="3200" dirty="0"/>
          </a:p>
        </p:txBody>
      </p:sp>
      <p:sp>
        <p:nvSpPr>
          <p:cNvPr id="141" name="Google Shape;141;p22"/>
          <p:cNvSpPr txBox="1">
            <a:spLocks noGrp="1"/>
          </p:cNvSpPr>
          <p:nvPr>
            <p:ph type="subTitle" idx="4294967295"/>
          </p:nvPr>
        </p:nvSpPr>
        <p:spPr>
          <a:xfrm>
            <a:off x="729450" y="1375050"/>
            <a:ext cx="76881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m = |</a:t>
            </a:r>
            <a:r>
              <a:rPr lang="es" sz="2300" i="1"/>
              <a:t>T</a:t>
            </a:r>
            <a:r>
              <a:rPr lang="es" sz="2300"/>
              <a:t>|, la longitud del string en el que se buscará.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n = |</a:t>
            </a:r>
            <a:r>
              <a:rPr lang="es" sz="2300" i="1"/>
              <a:t>P</a:t>
            </a:r>
            <a:r>
              <a:rPr lang="es" sz="2300" i="1" baseline="-25000"/>
              <a:t>1</a:t>
            </a:r>
            <a:r>
              <a:rPr lang="es" sz="2300"/>
              <a:t>| + |</a:t>
            </a:r>
            <a:r>
              <a:rPr lang="es" sz="2300" i="1"/>
              <a:t>P</a:t>
            </a:r>
            <a:r>
              <a:rPr lang="es" sz="2300" i="1" baseline="-25000"/>
              <a:t>2</a:t>
            </a:r>
            <a:r>
              <a:rPr lang="es" sz="2300"/>
              <a:t>| + … + |</a:t>
            </a:r>
            <a:r>
              <a:rPr lang="es" sz="2300" i="1"/>
              <a:t>P</a:t>
            </a:r>
            <a:r>
              <a:rPr lang="es" sz="2300" i="1" baseline="-25000"/>
              <a:t>k</a:t>
            </a:r>
            <a:r>
              <a:rPr lang="es" sz="2300"/>
              <a:t>| es la longitud total de todos los pattern strings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 i="1"/>
              <a:t>L</a:t>
            </a:r>
            <a:r>
              <a:rPr lang="es" sz="2300" i="1" baseline="-25000"/>
              <a:t>max</a:t>
            </a:r>
            <a:r>
              <a:rPr lang="es" sz="2300"/>
              <a:t> es la longitud del pattern string más largo.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Asumimos que los strings se extraen de un alfabeto Σ, donde |Σ| es una constante.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" sz="2300"/>
              <a:t>Vamos a usar estos términos para hablar acerca del tiempo de ejecución.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ctrTitle" idx="4294967295"/>
          </p:nvPr>
        </p:nvSpPr>
        <p:spPr>
          <a:xfrm>
            <a:off x="2226750" y="2106900"/>
            <a:ext cx="46905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Solución trivial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2" name="Google Shape;152;p24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3" name="Google Shape;153;p24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4" name="Google Shape;154;p24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Google Shape;155;p24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6" name="Google Shape;156;p24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" name="Google Shape;157;p24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8" name="Google Shape;158;p24"/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0" name="Google Shape;160;p24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6" name="Google Shape;166;p25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7" name="Google Shape;167;p25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8" name="Google Shape;168;p25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9" name="Google Shape;169;p25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0" name="Google Shape;170;p25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" name="Google Shape;171;p25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" name="Google Shape;174;p25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5" name="Google Shape;175;p25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62E5BF0D-A9A6-35B8-EAAA-A826368F4547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CF96B7D8-B3C3-AD84-3A69-7EE8555E539A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1" name="Google Shape;181;p26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" name="Google Shape;182;p26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3" name="Google Shape;183;p26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4" name="Google Shape;184;p26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" name="Google Shape;185;p26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6" name="Google Shape;186;p26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9" name="Google Shape;189;p26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6"/>
          <p:cNvSpPr/>
          <p:nvPr/>
        </p:nvSpPr>
        <p:spPr>
          <a:xfrm rot="5400000">
            <a:off x="1502764" y="69228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1" name="Google Shape;191;p26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158;p24">
            <a:extLst>
              <a:ext uri="{FF2B5EF4-FFF2-40B4-BE49-F238E27FC236}">
                <a16:creationId xmlns:a16="http://schemas.microsoft.com/office/drawing/2014/main" id="{94B51A2F-90C4-120F-E92F-16EFA8EBF86A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Google Shape;159;p24">
            <a:extLst>
              <a:ext uri="{FF2B5EF4-FFF2-40B4-BE49-F238E27FC236}">
                <a16:creationId xmlns:a16="http://schemas.microsoft.com/office/drawing/2014/main" id="{D1C3475B-4EF3-780A-4814-43084DDAD342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7" name="Google Shape;197;p27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8" name="Google Shape;198;p27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9" name="Google Shape;199;p27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0" name="Google Shape;200;p27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1" name="Google Shape;201;p27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2" name="Google Shape;202;p27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7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7"/>
          <p:cNvSpPr/>
          <p:nvPr/>
        </p:nvSpPr>
        <p:spPr>
          <a:xfrm rot="5400000">
            <a:off x="1502764" y="69228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7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8" name="Google Shape;208;p27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440A789C-D841-977E-1FA3-FFF1D2B9F30B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ED9D5FDA-62AF-2B61-31C3-BC46FE000844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4" name="Google Shape;214;p28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5" name="Google Shape;215;p28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6" name="Google Shape;216;p28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7" name="Google Shape;217;p28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8" name="Google Shape;218;p28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9" name="Google Shape;219;p28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0" name="Google Shape;220;p28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8"/>
          <p:cNvSpPr/>
          <p:nvPr/>
        </p:nvSpPr>
        <p:spPr>
          <a:xfrm rot="5400000">
            <a:off x="1502764" y="69228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8"/>
          <p:cNvSpPr/>
          <p:nvPr/>
        </p:nvSpPr>
        <p:spPr>
          <a:xfrm rot="10800000">
            <a:off x="2979300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25" name="Google Shape;225;p28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671ECB6D-8F50-C65D-AE4D-02E93C26AE6B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FAF68EB0-320F-40CC-BDB0-C407EE5843DB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31" name="Google Shape;231;p29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2" name="Google Shape;232;p29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3" name="Google Shape;233;p29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4" name="Google Shape;234;p29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5" name="Google Shape;235;p29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6" name="Google Shape;236;p29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7" name="Google Shape;237;p29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9"/>
          <p:cNvSpPr/>
          <p:nvPr/>
        </p:nvSpPr>
        <p:spPr>
          <a:xfrm rot="5400000">
            <a:off x="1502764" y="69228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9"/>
          <p:cNvSpPr/>
          <p:nvPr/>
        </p:nvSpPr>
        <p:spPr>
          <a:xfrm rot="10800000">
            <a:off x="3648300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2" name="Google Shape;242;p29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89E96CD2-A56E-02AE-C6C6-933ECB772521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E60C22C6-27C1-64BC-F310-32CD7CACF05C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8" name="Google Shape;248;p30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9" name="Google Shape;249;p30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0" name="Google Shape;250;p30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1" name="Google Shape;251;p30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2" name="Google Shape;252;p30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3" name="Google Shape;253;p30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4" name="Google Shape;254;p30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30"/>
          <p:cNvSpPr/>
          <p:nvPr/>
        </p:nvSpPr>
        <p:spPr>
          <a:xfrm rot="5400000">
            <a:off x="3229739" y="11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30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9" name="Google Shape;259;p30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8A9E0032-E97A-BD8D-D64B-2D405B98BBA5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B94B0358-66C6-A8B6-81DB-5A97B430EF61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5" name="Google Shape;265;p31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6" name="Google Shape;266;p31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7" name="Google Shape;267;p31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8" name="Google Shape;268;p31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9" name="Google Shape;269;p31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0" name="Google Shape;270;p31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1" name="Google Shape;271;p31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1"/>
          <p:cNvSpPr/>
          <p:nvPr/>
        </p:nvSpPr>
        <p:spPr>
          <a:xfrm rot="5400000">
            <a:off x="3229739" y="11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1"/>
          <p:cNvSpPr/>
          <p:nvPr/>
        </p:nvSpPr>
        <p:spPr>
          <a:xfrm rot="10800000">
            <a:off x="2982900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6" name="Google Shape;276;p31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3A4FFC65-A957-D0D8-BFE3-D9F4A73B0988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DD94E79A-1D1A-D6D1-6F6C-C816F60DDFFA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82" name="Google Shape;282;p32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3" name="Google Shape;283;p32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4" name="Google Shape;284;p32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5" name="Google Shape;285;p32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6" name="Google Shape;286;p32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7" name="Google Shape;287;p32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8" name="Google Shape;288;p32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32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32"/>
          <p:cNvSpPr/>
          <p:nvPr/>
        </p:nvSpPr>
        <p:spPr>
          <a:xfrm rot="5400000">
            <a:off x="3229739" y="11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32"/>
          <p:cNvSpPr/>
          <p:nvPr/>
        </p:nvSpPr>
        <p:spPr>
          <a:xfrm rot="10800000">
            <a:off x="3640800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3" name="Google Shape;293;p32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0AE1DDA0-AC58-8CB3-7F06-B08409E5F27E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39B8BB52-9C7B-7A7D-3B07-C2D7724EACC6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9" name="Google Shape;299;p33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0" name="Google Shape;300;p33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1" name="Google Shape;301;p33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2" name="Google Shape;302;p33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3" name="Google Shape;303;p33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" name="Google Shape;304;p33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Google Shape;305;p33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33"/>
          <p:cNvSpPr/>
          <p:nvPr/>
        </p:nvSpPr>
        <p:spPr>
          <a:xfrm rot="5400000">
            <a:off x="3229739" y="11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33"/>
          <p:cNvSpPr/>
          <p:nvPr/>
        </p:nvSpPr>
        <p:spPr>
          <a:xfrm rot="10800000">
            <a:off x="3655750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10" name="Google Shape;310;p33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6B2CBDCC-C404-28DB-1044-407402B2F557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D0B23126-EE37-E29C-20C8-6B21ECDFA988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16" name="Google Shape;316;p34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7" name="Google Shape;317;p34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8" name="Google Shape;318;p34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" name="Google Shape;319;p34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0" name="Google Shape;320;p34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" name="Google Shape;321;p34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2" name="Google Shape;322;p34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/>
          <p:nvPr/>
        </p:nvSpPr>
        <p:spPr>
          <a:xfrm rot="5400000">
            <a:off x="1541927" y="15270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34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7" name="Google Shape;327;p34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E87793AD-D4EF-0D34-8F19-970B6675C169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4C374F2F-4CA3-4AE7-DB43-459013701908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33" name="Google Shape;333;p35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4" name="Google Shape;334;p35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5" name="Google Shape;335;p35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6" name="Google Shape;336;p35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7" name="Google Shape;337;p35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8" name="Google Shape;338;p35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9" name="Google Shape;339;p35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" name="Google Shape;342;p35"/>
          <p:cNvSpPr/>
          <p:nvPr/>
        </p:nvSpPr>
        <p:spPr>
          <a:xfrm rot="5400000">
            <a:off x="1541927" y="15270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35"/>
          <p:cNvSpPr/>
          <p:nvPr/>
        </p:nvSpPr>
        <p:spPr>
          <a:xfrm rot="10800000">
            <a:off x="296047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44" name="Google Shape;344;p35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1292C084-A8BD-8A34-9898-3819206D5854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00181BC0-0F36-2853-D9FB-188578736003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50" name="Google Shape;350;p36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1" name="Google Shape;351;p36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2" name="Google Shape;352;p36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3" name="Google Shape;353;p36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4" name="Google Shape;354;p36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5" name="Google Shape;355;p36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6" name="Google Shape;356;p36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36"/>
          <p:cNvSpPr/>
          <p:nvPr/>
        </p:nvSpPr>
        <p:spPr>
          <a:xfrm rot="5400000">
            <a:off x="1541927" y="15270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6"/>
          <p:cNvSpPr/>
          <p:nvPr/>
        </p:nvSpPr>
        <p:spPr>
          <a:xfrm rot="10800000">
            <a:off x="296047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1" name="Google Shape;361;p36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07E098C7-0761-45EE-356C-F51B73F151D9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73E8033C-649E-3A94-5726-1A62F558C22D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7" name="Google Shape;367;p37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8" name="Google Shape;368;p37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9" name="Google Shape;369;p37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0" name="Google Shape;370;p37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1" name="Google Shape;371;p37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2" name="Google Shape;372;p37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3" name="Google Shape;373;p37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37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37"/>
          <p:cNvSpPr/>
          <p:nvPr/>
        </p:nvSpPr>
        <p:spPr>
          <a:xfrm rot="5400000">
            <a:off x="2111827" y="19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37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78" name="Google Shape;378;p37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DD3A44EC-2443-9C76-0D63-BA243BA6AA7A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6CF703ED-FE2B-6303-BBDC-DF2838845F5C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84" name="Google Shape;384;p38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5" name="Google Shape;385;p38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6" name="Google Shape;386;p38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7" name="Google Shape;387;p38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8" name="Google Shape;388;p38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9" name="Google Shape;389;p38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0" name="Google Shape;390;p38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" name="Google Shape;392;p38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" name="Google Shape;393;p38"/>
          <p:cNvSpPr/>
          <p:nvPr/>
        </p:nvSpPr>
        <p:spPr>
          <a:xfrm rot="5400000">
            <a:off x="2111827" y="19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" name="Google Shape;394;p38"/>
          <p:cNvSpPr/>
          <p:nvPr/>
        </p:nvSpPr>
        <p:spPr>
          <a:xfrm rot="10800000">
            <a:off x="296047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95" name="Google Shape;395;p38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743F9733-1A9A-EAFE-6600-BD5FFB72B761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DB7A2F0E-FC86-5224-A028-0FB189E14E6F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01" name="Google Shape;401;p39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2" name="Google Shape;402;p39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3" name="Google Shape;403;p39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4" name="Google Shape;404;p39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5" name="Google Shape;405;p39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6" name="Google Shape;406;p39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7" name="Google Shape;407;p39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p39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39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39"/>
          <p:cNvSpPr/>
          <p:nvPr/>
        </p:nvSpPr>
        <p:spPr>
          <a:xfrm rot="5400000">
            <a:off x="2111827" y="19232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" name="Google Shape;411;p39"/>
          <p:cNvSpPr/>
          <p:nvPr/>
        </p:nvSpPr>
        <p:spPr>
          <a:xfrm rot="10800000">
            <a:off x="296047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2" name="Google Shape;412;p39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8504C360-C9AA-970F-5C85-2042A86D3E43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005E2733-E910-7F46-D82E-AE1E1B0DECA6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8" name="Google Shape;418;p40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9" name="Google Shape;419;p40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" name="Google Shape;420;p40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1" name="Google Shape;421;p40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2" name="Google Shape;422;p40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3" name="Google Shape;423;p40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4" name="Google Shape;424;p40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40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" name="Google Shape;427;p40"/>
          <p:cNvSpPr/>
          <p:nvPr/>
        </p:nvSpPr>
        <p:spPr>
          <a:xfrm rot="5400000">
            <a:off x="1541939" y="23194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" name="Google Shape;428;p40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29" name="Google Shape;429;p40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2741B87B-B64A-AF40-C85D-070AABCDBB8F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C9175996-489E-4F90-0044-4B4027088EF8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35" name="Google Shape;435;p41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6" name="Google Shape;436;p41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7" name="Google Shape;437;p41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8" name="Google Shape;438;p41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9" name="Google Shape;439;p41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0" name="Google Shape;440;p41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1" name="Google Shape;441;p41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" name="Google Shape;442;p41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41"/>
          <p:cNvSpPr/>
          <p:nvPr/>
        </p:nvSpPr>
        <p:spPr>
          <a:xfrm rot="5400000">
            <a:off x="1541939" y="23194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41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46" name="Google Shape;446;p41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1AC3E55B-58C3-496F-17DC-462D29A973EF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95E05007-EC34-46FF-1CE3-201321A3E793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52" name="Google Shape;452;p42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3" name="Google Shape;453;p42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4" name="Google Shape;454;p42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5" name="Google Shape;455;p42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6" name="Google Shape;456;p42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7" name="Google Shape;457;p42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8" name="Google Shape;458;p42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42"/>
          <p:cNvSpPr/>
          <p:nvPr/>
        </p:nvSpPr>
        <p:spPr>
          <a:xfrm rot="5400000">
            <a:off x="2111814" y="269326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42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63" name="Google Shape;463;p42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7E506826-04CE-0ADB-EE61-352B6E9A40C8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4C6759FF-1125-9D0E-E07A-E0E735E05712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69" name="Google Shape;469;p43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0" name="Google Shape;470;p43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1" name="Google Shape;471;p43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2" name="Google Shape;472;p43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3" name="Google Shape;473;p43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4" name="Google Shape;474;p43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5" name="Google Shape;475;p43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43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" name="Google Shape;478;p43"/>
          <p:cNvSpPr/>
          <p:nvPr/>
        </p:nvSpPr>
        <p:spPr>
          <a:xfrm rot="5400000">
            <a:off x="2111814" y="268566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" name="Google Shape;479;p43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80" name="Google Shape;480;p43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55FF72EA-0F3C-3C5D-8347-DCCCC7A4971F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56BFE4C3-F3E2-CBE4-463B-214D72A1D6CF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86" name="Google Shape;486;p44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7" name="Google Shape;487;p44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8" name="Google Shape;488;p44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" name="Google Shape;489;p44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0" name="Google Shape;490;p44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1" name="Google Shape;491;p44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2" name="Google Shape;492;p44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44"/>
          <p:cNvSpPr txBox="1"/>
          <p:nvPr/>
        </p:nvSpPr>
        <p:spPr>
          <a:xfrm>
            <a:off x="4388400" y="1109675"/>
            <a:ext cx="4440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ape en esa po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44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44"/>
          <p:cNvSpPr/>
          <p:nvPr/>
        </p:nvSpPr>
        <p:spPr>
          <a:xfrm rot="5400000">
            <a:off x="2694939" y="31118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44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97" name="Google Shape;497;p44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B7568B46-689D-6A67-66D3-5E5AB8EC5F06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360344E5-F572-F17D-7091-C9B39E650198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03" name="Google Shape;503;p45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4" name="Google Shape;504;p45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5" name="Google Shape;505;p45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6" name="Google Shape;506;p45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7" name="Google Shape;507;p45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8" name="Google Shape;508;p45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9" name="Google Shape;509;p45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45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arece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45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" name="Google Shape;512;p45"/>
          <p:cNvSpPr/>
          <p:nvPr/>
        </p:nvSpPr>
        <p:spPr>
          <a:xfrm rot="5400000">
            <a:off x="2694939" y="31118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45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14" name="Google Shape;514;p45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AC2B1BF9-6C26-4408-714B-17E03ED06B58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FFA52B07-998F-1C60-E0EB-175AA0852B41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20" name="Google Shape;520;p46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1" name="Google Shape;521;p46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2" name="Google Shape;522;p46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p46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4" name="Google Shape;524;p46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5" name="Google Shape;525;p46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6" name="Google Shape;526;p46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46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46"/>
          <p:cNvSpPr/>
          <p:nvPr/>
        </p:nvSpPr>
        <p:spPr>
          <a:xfrm rot="5400000">
            <a:off x="2111814" y="350803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" name="Google Shape;530;p46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31" name="Google Shape;531;p46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2C065D5C-1CDB-C8D2-DB82-7D94EF3F6A97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5A6A7179-3DA7-6992-1759-5B2E3DC17433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37" name="Google Shape;537;p47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8" name="Google Shape;538;p47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" name="Google Shape;539;p47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0" name="Google Shape;540;p47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41" name="Google Shape;541;p47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2" name="Google Shape;542;p47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3" name="Google Shape;543;p47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" name="Google Shape;544;p47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2295125" y="40071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47"/>
          <p:cNvSpPr/>
          <p:nvPr/>
        </p:nvSpPr>
        <p:spPr>
          <a:xfrm rot="5400000">
            <a:off x="2111814" y="350803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47"/>
          <p:cNvSpPr/>
          <p:nvPr/>
        </p:nvSpPr>
        <p:spPr>
          <a:xfrm rot="10800000">
            <a:off x="2295125" y="4754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48" name="Google Shape;548;p47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EDA2DC31-E65C-846A-8C1E-B8135014F919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66E660AB-741F-A87D-2C44-EE0102A6F0CB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54" name="Google Shape;554;p48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5" name="Google Shape;555;p48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" name="Google Shape;556;p48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" name="Google Shape;557;p48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8" name="Google Shape;558;p48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9" name="Google Shape;559;p48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0" name="Google Shape;560;p48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" name="Google Shape;562;p48"/>
          <p:cNvSpPr/>
          <p:nvPr/>
        </p:nvSpPr>
        <p:spPr>
          <a:xfrm>
            <a:off x="2975425" y="40073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p48"/>
          <p:cNvSpPr/>
          <p:nvPr/>
        </p:nvSpPr>
        <p:spPr>
          <a:xfrm rot="5400000">
            <a:off x="1541927" y="72558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" name="Google Shape;564;p48"/>
          <p:cNvSpPr/>
          <p:nvPr/>
        </p:nvSpPr>
        <p:spPr>
          <a:xfrm rot="10800000">
            <a:off x="297542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65" name="Google Shape;565;p48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DB12A163-BC78-5ADB-F2A0-DCCA5800B4E1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6FC07521-2077-FE3B-38AA-F981FE825CEB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71" name="Google Shape;571;p49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2" name="Google Shape;572;p49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3" name="Google Shape;573;p49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" name="Google Shape;574;p49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5" name="Google Shape;575;p49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6" name="Google Shape;576;p49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7" name="Google Shape;577;p49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" name="Google Shape;578;p49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Prece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2975425" y="40073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" name="Google Shape;580;p49"/>
          <p:cNvSpPr/>
          <p:nvPr/>
        </p:nvSpPr>
        <p:spPr>
          <a:xfrm rot="5400000">
            <a:off x="1541927" y="725587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1" name="Google Shape;581;p49"/>
          <p:cNvSpPr/>
          <p:nvPr/>
        </p:nvSpPr>
        <p:spPr>
          <a:xfrm rot="10800000">
            <a:off x="297542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82" name="Google Shape;582;p49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B673D94C-C0AD-8A6A-939C-D33392F4A6CC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A39E09AB-937A-C28F-4CA9-A5D51056C9CB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88" name="Google Shape;588;p50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9" name="Google Shape;589;p50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" name="Google Shape;590;p50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1" name="Google Shape;591;p50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2" name="Google Shape;592;p50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3" name="Google Shape;593;p50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" name="Google Shape;594;p50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" name="Google Shape;595;p50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siparece en 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" name="Google Shape;596;p50"/>
          <p:cNvSpPr/>
          <p:nvPr/>
        </p:nvSpPr>
        <p:spPr>
          <a:xfrm>
            <a:off x="2975425" y="40073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50"/>
          <p:cNvSpPr/>
          <p:nvPr/>
        </p:nvSpPr>
        <p:spPr>
          <a:xfrm rot="5400000">
            <a:off x="3231527" y="11308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" name="Google Shape;598;p50"/>
          <p:cNvSpPr/>
          <p:nvPr/>
        </p:nvSpPr>
        <p:spPr>
          <a:xfrm rot="10800000">
            <a:off x="297542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99" name="Google Shape;599;p50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7B50F66E-3276-8E30-2D6C-E515F0EA7AFE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FA49F92B-572E-BCD5-2646-AD6B5287A92C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1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05" name="Google Shape;605;p51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06" name="Google Shape;606;p51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7" name="Google Shape;607;p51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8" name="Google Shape;608;p51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09" name="Google Shape;609;p51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" name="Google Shape;610;p51"/>
          <p:cNvGraphicFramePr/>
          <p:nvPr/>
        </p:nvGraphicFramePr>
        <p:xfrm>
          <a:off x="2455313" y="435800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1" name="Google Shape;611;p51"/>
          <p:cNvSpPr/>
          <p:nvPr/>
        </p:nvSpPr>
        <p:spPr>
          <a:xfrm>
            <a:off x="4425800" y="1069075"/>
            <a:ext cx="4059600" cy="101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" name="Google Shape;612;p51"/>
          <p:cNvSpPr txBox="1"/>
          <p:nvPr/>
        </p:nvSpPr>
        <p:spPr>
          <a:xfrm>
            <a:off x="4388400" y="1109675"/>
            <a:ext cx="4440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sz="1500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apareceesa posición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" name="Google Shape;613;p51"/>
          <p:cNvSpPr/>
          <p:nvPr/>
        </p:nvSpPr>
        <p:spPr>
          <a:xfrm>
            <a:off x="2975425" y="40073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" name="Google Shape;614;p51"/>
          <p:cNvSpPr/>
          <p:nvPr/>
        </p:nvSpPr>
        <p:spPr>
          <a:xfrm rot="5400000">
            <a:off x="3231527" y="1130812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" name="Google Shape;615;p51"/>
          <p:cNvSpPr/>
          <p:nvPr/>
        </p:nvSpPr>
        <p:spPr>
          <a:xfrm rot="10800000">
            <a:off x="2975425" y="475420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16" name="Google Shape;616;p51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24">
            <a:extLst>
              <a:ext uri="{FF2B5EF4-FFF2-40B4-BE49-F238E27FC236}">
                <a16:creationId xmlns:a16="http://schemas.microsoft.com/office/drawing/2014/main" id="{F22EDB0B-ECE1-B943-97A4-1C228A4FD621}"/>
              </a:ext>
            </a:extLst>
          </p:cNvPr>
          <p:cNvSpPr/>
          <p:nvPr/>
        </p:nvSpPr>
        <p:spPr>
          <a:xfrm>
            <a:off x="3745735" y="1069075"/>
            <a:ext cx="4792337" cy="1188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59;p24">
            <a:extLst>
              <a:ext uri="{FF2B5EF4-FFF2-40B4-BE49-F238E27FC236}">
                <a16:creationId xmlns:a16="http://schemas.microsoft.com/office/drawing/2014/main" id="{5C2126FD-BC4C-0609-611F-4AEF51BD3A52}"/>
              </a:ext>
            </a:extLst>
          </p:cNvPr>
          <p:cNvSpPr txBox="1"/>
          <p:nvPr/>
        </p:nvSpPr>
        <p:spPr>
          <a:xfrm>
            <a:off x="3688475" y="1247907"/>
            <a:ext cx="49293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posición en T: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por cada pattern string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verificar si P</a:t>
            </a:r>
            <a:r>
              <a:rPr lang="es" baseline="-250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s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aparece en esa posición</a:t>
            </a: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2"/>
          <p:cNvSpPr txBox="1"/>
          <p:nvPr/>
        </p:nvSpPr>
        <p:spPr>
          <a:xfrm>
            <a:off x="2698950" y="368775"/>
            <a:ext cx="3746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>
                <a:latin typeface="Lato"/>
                <a:ea typeface="Lato"/>
                <a:cs typeface="Lato"/>
                <a:sym typeface="Lato"/>
              </a:rPr>
              <a:t>Analicemos esta solución</a:t>
            </a:r>
            <a:endParaRPr sz="2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52"/>
          <p:cNvSpPr txBox="1"/>
          <p:nvPr/>
        </p:nvSpPr>
        <p:spPr>
          <a:xfrm>
            <a:off x="1581600" y="1525100"/>
            <a:ext cx="5980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Como dijimos antes, </a:t>
            </a:r>
            <a:r>
              <a:rPr lang="es" sz="18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 </a:t>
            </a: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 la longitud del text string y </a:t>
            </a:r>
            <a:r>
              <a:rPr lang="es" sz="18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 </a:t>
            </a: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longitud total de todos los pattern strings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carácter del text string </a:t>
            </a:r>
            <a:r>
              <a:rPr lang="es" sz="18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T, </a:t>
            </a: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el peor de los casos, comparamos los </a:t>
            </a:r>
            <a:r>
              <a:rPr lang="es" sz="18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 </a:t>
            </a: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caracteres totales de los pattern strings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Orden de ejecución: O(mn).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3"/>
          <p:cNvSpPr txBox="1"/>
          <p:nvPr/>
        </p:nvSpPr>
        <p:spPr>
          <a:xfrm>
            <a:off x="4030050" y="376250"/>
            <a:ext cx="108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>
                <a:latin typeface="Lato"/>
                <a:ea typeface="Lato"/>
                <a:cs typeface="Lato"/>
                <a:sym typeface="Lato"/>
              </a:rPr>
              <a:t>O(mn)</a:t>
            </a:r>
            <a:endParaRPr sz="2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" name="Google Shape;628;p53"/>
          <p:cNvSpPr txBox="1"/>
          <p:nvPr/>
        </p:nvSpPr>
        <p:spPr>
          <a:xfrm>
            <a:off x="361900" y="34045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29" name="Google Shape;629;p53"/>
          <p:cNvGraphicFramePr/>
          <p:nvPr/>
        </p:nvGraphicFramePr>
        <p:xfrm>
          <a:off x="480200" y="2022400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0" name="Google Shape;630;p53"/>
          <p:cNvGraphicFramePr/>
          <p:nvPr/>
        </p:nvGraphicFramePr>
        <p:xfrm>
          <a:off x="480200" y="162620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1" name="Google Shape;631;p53"/>
          <p:cNvGraphicFramePr/>
          <p:nvPr/>
        </p:nvGraphicFramePr>
        <p:xfrm>
          <a:off x="480200" y="123000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2" name="Google Shape;632;p53"/>
          <p:cNvGraphicFramePr/>
          <p:nvPr/>
        </p:nvGraphicFramePr>
        <p:xfrm>
          <a:off x="480200" y="8338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3" name="Google Shape;633;p53"/>
          <p:cNvGraphicFramePr/>
          <p:nvPr/>
        </p:nvGraphicFramePr>
        <p:xfrm>
          <a:off x="2734850" y="2022400"/>
          <a:ext cx="4495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4"/>
          <p:cNvSpPr txBox="1">
            <a:spLocks noGrp="1"/>
          </p:cNvSpPr>
          <p:nvPr>
            <p:ph type="ctrTitle" idx="4294967295"/>
          </p:nvPr>
        </p:nvSpPr>
        <p:spPr>
          <a:xfrm>
            <a:off x="288600" y="2106900"/>
            <a:ext cx="8566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¿Cómo lo podemos mejorar?</a:t>
            </a:r>
            <a:endParaRPr sz="4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44" name="Google Shape;644;p55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5" name="Google Shape;645;p55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" name="Google Shape;646;p55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" name="Google Shape;647;p55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8" name="Google Shape;648;p55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9" name="Google Shape;649;p55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0" name="Google Shape;650;p55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56" name="Google Shape;656;p56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7" name="Google Shape;657;p56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8" name="Google Shape;658;p56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9" name="Google Shape;659;p56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60" name="Google Shape;660;p56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1" name="Google Shape;661;p56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2" name="Google Shape;662;p56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3" name="Google Shape;663;p56"/>
          <p:cNvSpPr/>
          <p:nvPr/>
        </p:nvSpPr>
        <p:spPr>
          <a:xfrm rot="10800000">
            <a:off x="260175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56"/>
          <p:cNvSpPr/>
          <p:nvPr/>
        </p:nvSpPr>
        <p:spPr>
          <a:xfrm>
            <a:off x="2624200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70" name="Google Shape;670;p57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71" name="Google Shape;671;p57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2" name="Google Shape;672;p57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3" name="Google Shape;673;p57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74" name="Google Shape;674;p57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5" name="Google Shape;675;p57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6" name="Google Shape;676;p57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7" name="Google Shape;677;p57"/>
          <p:cNvSpPr/>
          <p:nvPr/>
        </p:nvSpPr>
        <p:spPr>
          <a:xfrm>
            <a:off x="2624200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8" name="Google Shape;678;p57"/>
          <p:cNvSpPr/>
          <p:nvPr/>
        </p:nvSpPr>
        <p:spPr>
          <a:xfrm rot="10800000">
            <a:off x="330450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84" name="Google Shape;684;p58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5" name="Google Shape;685;p58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6" name="Google Shape;686;p58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7" name="Google Shape;687;p58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8" name="Google Shape;688;p58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9" name="Google Shape;689;p58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0" name="Google Shape;690;p58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1" name="Google Shape;691;p58"/>
          <p:cNvSpPr/>
          <p:nvPr/>
        </p:nvSpPr>
        <p:spPr>
          <a:xfrm>
            <a:off x="2624200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2" name="Google Shape;692;p58"/>
          <p:cNvSpPr/>
          <p:nvPr/>
        </p:nvSpPr>
        <p:spPr>
          <a:xfrm rot="10800000">
            <a:off x="397735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98" name="Google Shape;698;p59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9" name="Google Shape;699;p59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0" name="Google Shape;700;p59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1" name="Google Shape;701;p59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2" name="Google Shape;702;p59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" name="Google Shape;703;p59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4" name="Google Shape;704;p59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5" name="Google Shape;705;p59"/>
          <p:cNvSpPr/>
          <p:nvPr/>
        </p:nvSpPr>
        <p:spPr>
          <a:xfrm>
            <a:off x="2624200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" name="Google Shape;706;p59"/>
          <p:cNvSpPr/>
          <p:nvPr/>
        </p:nvSpPr>
        <p:spPr>
          <a:xfrm rot="10800000">
            <a:off x="397735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12" name="Google Shape;712;p60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3" name="Google Shape;713;p60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4" name="Google Shape;714;p60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5" name="Google Shape;715;p60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6" name="Google Shape;716;p60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7" name="Google Shape;717;p60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8" name="Google Shape;718;p60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9" name="Google Shape;719;p60"/>
          <p:cNvSpPr/>
          <p:nvPr/>
        </p:nvSpPr>
        <p:spPr>
          <a:xfrm rot="10800000">
            <a:off x="3304525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" name="Google Shape;720;p60"/>
          <p:cNvSpPr/>
          <p:nvPr/>
        </p:nvSpPr>
        <p:spPr>
          <a:xfrm>
            <a:off x="33045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1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26" name="Google Shape;726;p61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27" name="Google Shape;727;p61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8" name="Google Shape;728;p61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9" name="Google Shape;729;p61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0" name="Google Shape;730;p61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1" name="Google Shape;731;p61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2" name="Google Shape;732;p61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3" name="Google Shape;733;p61"/>
          <p:cNvSpPr/>
          <p:nvPr/>
        </p:nvSpPr>
        <p:spPr>
          <a:xfrm rot="10800000">
            <a:off x="3304525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33045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2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40" name="Google Shape;740;p62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41" name="Google Shape;741;p62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2" name="Google Shape;742;p62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3" name="Google Shape;743;p62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44" name="Google Shape;744;p62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5" name="Google Shape;745;p62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6" name="Google Shape;746;p62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7" name="Google Shape;747;p62"/>
          <p:cNvSpPr/>
          <p:nvPr/>
        </p:nvSpPr>
        <p:spPr>
          <a:xfrm rot="10800000">
            <a:off x="3992325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8" name="Google Shape;748;p62"/>
          <p:cNvSpPr/>
          <p:nvPr/>
        </p:nvSpPr>
        <p:spPr>
          <a:xfrm>
            <a:off x="39923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54" name="Google Shape;754;p63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55" name="Google Shape;755;p63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6" name="Google Shape;756;p63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7" name="Google Shape;757;p63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58" name="Google Shape;758;p63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9" name="Google Shape;759;p63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0" name="Google Shape;760;p63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1" name="Google Shape;761;p63"/>
          <p:cNvSpPr/>
          <p:nvPr/>
        </p:nvSpPr>
        <p:spPr>
          <a:xfrm rot="10800000">
            <a:off x="468010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2" name="Google Shape;762;p63"/>
          <p:cNvSpPr/>
          <p:nvPr/>
        </p:nvSpPr>
        <p:spPr>
          <a:xfrm>
            <a:off x="39923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68" name="Google Shape;768;p64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69" name="Google Shape;769;p64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0" name="Google Shape;770;p64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1" name="Google Shape;771;p64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2" name="Google Shape;772;p64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3" name="Google Shape;773;p64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4" name="Google Shape;774;p64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5" name="Google Shape;775;p64"/>
          <p:cNvSpPr/>
          <p:nvPr/>
        </p:nvSpPr>
        <p:spPr>
          <a:xfrm rot="10800000">
            <a:off x="535295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6" name="Google Shape;776;p64"/>
          <p:cNvSpPr/>
          <p:nvPr/>
        </p:nvSpPr>
        <p:spPr>
          <a:xfrm>
            <a:off x="39923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82" name="Google Shape;782;p65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3" name="Google Shape;783;p65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4" name="Google Shape;784;p65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5" name="Google Shape;785;p65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6" name="Google Shape;786;p65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7" name="Google Shape;787;p65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8" name="Google Shape;788;p65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9" name="Google Shape;789;p65"/>
          <p:cNvSpPr/>
          <p:nvPr/>
        </p:nvSpPr>
        <p:spPr>
          <a:xfrm rot="10800000">
            <a:off x="6048225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0" name="Google Shape;790;p65"/>
          <p:cNvSpPr/>
          <p:nvPr/>
        </p:nvSpPr>
        <p:spPr>
          <a:xfrm>
            <a:off x="39923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96" name="Google Shape;796;p66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97" name="Google Shape;797;p66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8" name="Google Shape;798;p66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9" name="Google Shape;799;p66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0" name="Google Shape;800;p66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1" name="Google Shape;801;p66"/>
          <p:cNvGraphicFramePr/>
          <p:nvPr/>
        </p:nvGraphicFramePr>
        <p:xfrm>
          <a:off x="2786188" y="21755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2" name="Google Shape;802;p66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3" name="Google Shape;803;p66"/>
          <p:cNvSpPr/>
          <p:nvPr/>
        </p:nvSpPr>
        <p:spPr>
          <a:xfrm rot="10800000">
            <a:off x="6728550" y="25717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4" name="Google Shape;804;p66"/>
          <p:cNvSpPr/>
          <p:nvPr/>
        </p:nvSpPr>
        <p:spPr>
          <a:xfrm>
            <a:off x="3992325" y="18248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7"/>
          <p:cNvSpPr txBox="1">
            <a:spLocks noGrp="1"/>
          </p:cNvSpPr>
          <p:nvPr>
            <p:ph type="ctrTitle" idx="4294967295"/>
          </p:nvPr>
        </p:nvSpPr>
        <p:spPr>
          <a:xfrm>
            <a:off x="1138199" y="183000"/>
            <a:ext cx="6981231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800" dirty="0"/>
              <a:t>Búsqueda paralela</a:t>
            </a:r>
            <a:endParaRPr sz="5800" dirty="0"/>
          </a:p>
        </p:txBody>
      </p:sp>
      <p:sp>
        <p:nvSpPr>
          <p:cNvPr id="810" name="Google Shape;810;p67"/>
          <p:cNvSpPr txBox="1"/>
          <p:nvPr/>
        </p:nvSpPr>
        <p:spPr>
          <a:xfrm>
            <a:off x="1204050" y="1801725"/>
            <a:ext cx="6735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Idea: en vez de buscar los pattern strings de manera lineal, se realiza de manera paralela.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Intuitivamente, esto debería cortar muchas de las comparaciones innecesarias que estábamos haciendo. 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1" name="Google Shape;811;p67"/>
          <p:cNvSpPr txBox="1"/>
          <p:nvPr/>
        </p:nvSpPr>
        <p:spPr>
          <a:xfrm>
            <a:off x="1787250" y="3845250"/>
            <a:ext cx="55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90000"/>
                </a:solidFill>
                <a:latin typeface="Lato"/>
                <a:ea typeface="Lato"/>
                <a:cs typeface="Lato"/>
                <a:sym typeface="Lato"/>
              </a:rPr>
              <a:t>¿Cómo podemos lograr esto en la práctica?</a:t>
            </a:r>
            <a:endParaRPr sz="2200">
              <a:solidFill>
                <a:srgbClr val="99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817" name="Google Shape;817;p68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18" name="Google Shape;818;p68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9" name="Google Shape;819;p68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0" name="Google Shape;820;p68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1" name="Google Shape;821;p68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2" name="Google Shape;822;p68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3" name="Google Shape;823;p68"/>
          <p:cNvSpPr/>
          <p:nvPr/>
        </p:nvSpPr>
        <p:spPr>
          <a:xfrm>
            <a:off x="6053525" y="2887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4" name="Google Shape;824;p68"/>
          <p:cNvSpPr/>
          <p:nvPr/>
        </p:nvSpPr>
        <p:spPr>
          <a:xfrm>
            <a:off x="4572000" y="10196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5" name="Google Shape;825;p68"/>
          <p:cNvSpPr/>
          <p:nvPr/>
        </p:nvSpPr>
        <p:spPr>
          <a:xfrm>
            <a:off x="5623625" y="10196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6" name="Google Shape;826;p68"/>
          <p:cNvSpPr/>
          <p:nvPr/>
        </p:nvSpPr>
        <p:spPr>
          <a:xfrm>
            <a:off x="4142100" y="17690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7" name="Google Shape;827;p68"/>
          <p:cNvSpPr/>
          <p:nvPr/>
        </p:nvSpPr>
        <p:spPr>
          <a:xfrm>
            <a:off x="4927800" y="17690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8" name="Google Shape;828;p68"/>
          <p:cNvSpPr/>
          <p:nvPr/>
        </p:nvSpPr>
        <p:spPr>
          <a:xfrm>
            <a:off x="5623625" y="17506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9" name="Google Shape;829;p68"/>
          <p:cNvSpPr/>
          <p:nvPr/>
        </p:nvSpPr>
        <p:spPr>
          <a:xfrm>
            <a:off x="5623625" y="2481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30" name="Google Shape;830;p68"/>
          <p:cNvCxnSpPr>
            <a:stCxn id="823" idx="2"/>
            <a:endCxn id="824" idx="0"/>
          </p:cNvCxnSpPr>
          <p:nvPr/>
        </p:nvCxnSpPr>
        <p:spPr>
          <a:xfrm flipH="1">
            <a:off x="4786925" y="4965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1" name="Google Shape;831;p68"/>
          <p:cNvCxnSpPr>
            <a:stCxn id="824" idx="2"/>
            <a:endCxn id="826" idx="0"/>
          </p:cNvCxnSpPr>
          <p:nvPr/>
        </p:nvCxnSpPr>
        <p:spPr>
          <a:xfrm flipH="1">
            <a:off x="4357200" y="12274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2" name="Google Shape;832;p68"/>
          <p:cNvCxnSpPr>
            <a:stCxn id="824" idx="6"/>
            <a:endCxn id="827" idx="0"/>
          </p:cNvCxnSpPr>
          <p:nvPr/>
        </p:nvCxnSpPr>
        <p:spPr>
          <a:xfrm>
            <a:off x="5001900" y="12274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3" name="Google Shape;833;p68"/>
          <p:cNvCxnSpPr>
            <a:endCxn id="825" idx="0"/>
          </p:cNvCxnSpPr>
          <p:nvPr/>
        </p:nvCxnSpPr>
        <p:spPr>
          <a:xfrm flipH="1">
            <a:off x="5838575" y="6434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4" name="Google Shape;834;p68"/>
          <p:cNvCxnSpPr>
            <a:stCxn id="825" idx="4"/>
            <a:endCxn id="828" idx="0"/>
          </p:cNvCxnSpPr>
          <p:nvPr/>
        </p:nvCxnSpPr>
        <p:spPr>
          <a:xfrm>
            <a:off x="5838575" y="14351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5" name="Google Shape;835;p68"/>
          <p:cNvCxnSpPr>
            <a:stCxn id="828" idx="4"/>
            <a:endCxn id="829" idx="0"/>
          </p:cNvCxnSpPr>
          <p:nvPr/>
        </p:nvCxnSpPr>
        <p:spPr>
          <a:xfrm>
            <a:off x="5838575" y="21661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6" name="Google Shape;836;p68"/>
          <p:cNvCxnSpPr>
            <a:stCxn id="823" idx="5"/>
            <a:endCxn id="837" idx="0"/>
          </p:cNvCxnSpPr>
          <p:nvPr/>
        </p:nvCxnSpPr>
        <p:spPr>
          <a:xfrm>
            <a:off x="6420468" y="6434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8" name="Google Shape;838;p68"/>
          <p:cNvCxnSpPr>
            <a:stCxn id="823" idx="6"/>
            <a:endCxn id="839" idx="0"/>
          </p:cNvCxnSpPr>
          <p:nvPr/>
        </p:nvCxnSpPr>
        <p:spPr>
          <a:xfrm>
            <a:off x="6483425" y="4965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0" name="Google Shape;840;p68"/>
          <p:cNvSpPr/>
          <p:nvPr/>
        </p:nvSpPr>
        <p:spPr>
          <a:xfrm>
            <a:off x="4927800" y="2481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1" name="Google Shape;841;p68"/>
          <p:cNvSpPr/>
          <p:nvPr/>
        </p:nvSpPr>
        <p:spPr>
          <a:xfrm>
            <a:off x="4116000" y="2481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2" name="Google Shape;842;p68"/>
          <p:cNvSpPr/>
          <p:nvPr/>
        </p:nvSpPr>
        <p:spPr>
          <a:xfrm>
            <a:off x="4116000" y="319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3" name="Google Shape;843;p68"/>
          <p:cNvSpPr/>
          <p:nvPr/>
        </p:nvSpPr>
        <p:spPr>
          <a:xfrm>
            <a:off x="4116000" y="3906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44" name="Google Shape;844;p68"/>
          <p:cNvCxnSpPr>
            <a:stCxn id="827" idx="4"/>
            <a:endCxn id="840" idx="0"/>
          </p:cNvCxnSpPr>
          <p:nvPr/>
        </p:nvCxnSpPr>
        <p:spPr>
          <a:xfrm>
            <a:off x="5142750" y="21845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5" name="Google Shape;845;p68"/>
          <p:cNvCxnSpPr>
            <a:endCxn id="841" idx="0"/>
          </p:cNvCxnSpPr>
          <p:nvPr/>
        </p:nvCxnSpPr>
        <p:spPr>
          <a:xfrm flipH="1">
            <a:off x="4330950" y="21845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6" name="Google Shape;846;p68"/>
          <p:cNvCxnSpPr>
            <a:stCxn id="841" idx="4"/>
            <a:endCxn id="842" idx="0"/>
          </p:cNvCxnSpPr>
          <p:nvPr/>
        </p:nvCxnSpPr>
        <p:spPr>
          <a:xfrm>
            <a:off x="4330950" y="28970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7" name="Google Shape;847;p68"/>
          <p:cNvCxnSpPr>
            <a:stCxn id="842" idx="4"/>
            <a:endCxn id="843" idx="0"/>
          </p:cNvCxnSpPr>
          <p:nvPr/>
        </p:nvCxnSpPr>
        <p:spPr>
          <a:xfrm>
            <a:off x="4330950" y="36094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8" name="Google Shape;848;p68"/>
          <p:cNvSpPr/>
          <p:nvPr/>
        </p:nvSpPr>
        <p:spPr>
          <a:xfrm>
            <a:off x="4173300" y="18036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9" name="Google Shape;849;p68"/>
          <p:cNvSpPr/>
          <p:nvPr/>
        </p:nvSpPr>
        <p:spPr>
          <a:xfrm>
            <a:off x="4959000" y="18036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0" name="Google Shape;850;p68"/>
          <p:cNvSpPr/>
          <p:nvPr/>
        </p:nvSpPr>
        <p:spPr>
          <a:xfrm>
            <a:off x="4959000" y="25160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1" name="Google Shape;851;p68"/>
          <p:cNvSpPr/>
          <p:nvPr/>
        </p:nvSpPr>
        <p:spPr>
          <a:xfrm>
            <a:off x="4147200" y="3940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2" name="Google Shape;852;p68"/>
          <p:cNvSpPr/>
          <p:nvPr/>
        </p:nvSpPr>
        <p:spPr>
          <a:xfrm>
            <a:off x="5654825" y="2516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3" name="Google Shape;853;p68"/>
          <p:cNvSpPr/>
          <p:nvPr/>
        </p:nvSpPr>
        <p:spPr>
          <a:xfrm>
            <a:off x="5654825" y="17850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9" name="Google Shape;839;p68"/>
          <p:cNvSpPr/>
          <p:nvPr/>
        </p:nvSpPr>
        <p:spPr>
          <a:xfrm>
            <a:off x="7454300" y="10382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4" name="Google Shape;854;p68"/>
          <p:cNvSpPr/>
          <p:nvPr/>
        </p:nvSpPr>
        <p:spPr>
          <a:xfrm>
            <a:off x="7454300" y="17691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5" name="Google Shape;855;p68"/>
          <p:cNvSpPr/>
          <p:nvPr/>
        </p:nvSpPr>
        <p:spPr>
          <a:xfrm>
            <a:off x="7454300" y="25000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6" name="Google Shape;856;p68"/>
          <p:cNvCxnSpPr>
            <a:stCxn id="839" idx="4"/>
            <a:endCxn id="854" idx="0"/>
          </p:cNvCxnSpPr>
          <p:nvPr/>
        </p:nvCxnSpPr>
        <p:spPr>
          <a:xfrm>
            <a:off x="7669250" y="14537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7" name="Google Shape;857;p68"/>
          <p:cNvCxnSpPr>
            <a:endCxn id="855" idx="0"/>
          </p:cNvCxnSpPr>
          <p:nvPr/>
        </p:nvCxnSpPr>
        <p:spPr>
          <a:xfrm>
            <a:off x="7669250" y="21847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8" name="Google Shape;858;p68"/>
          <p:cNvSpPr/>
          <p:nvPr/>
        </p:nvSpPr>
        <p:spPr>
          <a:xfrm>
            <a:off x="7485500" y="25345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7" name="Google Shape;837;p68"/>
          <p:cNvSpPr/>
          <p:nvPr/>
        </p:nvSpPr>
        <p:spPr>
          <a:xfrm>
            <a:off x="6470713" y="10289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9" name="Google Shape;859;p68"/>
          <p:cNvSpPr/>
          <p:nvPr/>
        </p:nvSpPr>
        <p:spPr>
          <a:xfrm>
            <a:off x="6470713" y="17598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0" name="Google Shape;860;p68"/>
          <p:cNvSpPr/>
          <p:nvPr/>
        </p:nvSpPr>
        <p:spPr>
          <a:xfrm>
            <a:off x="6470713" y="2490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1" name="Google Shape;861;p68"/>
          <p:cNvSpPr/>
          <p:nvPr/>
        </p:nvSpPr>
        <p:spPr>
          <a:xfrm>
            <a:off x="6470713" y="32217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62" name="Google Shape;862;p68"/>
          <p:cNvCxnSpPr>
            <a:stCxn id="837" idx="4"/>
            <a:endCxn id="859" idx="0"/>
          </p:cNvCxnSpPr>
          <p:nvPr/>
        </p:nvCxnSpPr>
        <p:spPr>
          <a:xfrm>
            <a:off x="6685663" y="14444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3" name="Google Shape;863;p68"/>
          <p:cNvCxnSpPr>
            <a:endCxn id="860" idx="0"/>
          </p:cNvCxnSpPr>
          <p:nvPr/>
        </p:nvCxnSpPr>
        <p:spPr>
          <a:xfrm>
            <a:off x="6685663" y="2175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4" name="Google Shape;864;p68"/>
          <p:cNvCxnSpPr>
            <a:stCxn id="860" idx="4"/>
            <a:endCxn id="861" idx="0"/>
          </p:cNvCxnSpPr>
          <p:nvPr/>
        </p:nvCxnSpPr>
        <p:spPr>
          <a:xfrm>
            <a:off x="6685663" y="29062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5" name="Google Shape;865;p68"/>
          <p:cNvSpPr/>
          <p:nvPr/>
        </p:nvSpPr>
        <p:spPr>
          <a:xfrm>
            <a:off x="6501913" y="3256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6" name="Google Shape;866;p68"/>
          <p:cNvSpPr txBox="1"/>
          <p:nvPr/>
        </p:nvSpPr>
        <p:spPr>
          <a:xfrm>
            <a:off x="5003850" y="427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7" name="Google Shape;867;p68"/>
          <p:cNvSpPr txBox="1"/>
          <p:nvPr/>
        </p:nvSpPr>
        <p:spPr>
          <a:xfrm>
            <a:off x="4116000" y="12274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8" name="Google Shape;868;p68"/>
          <p:cNvSpPr txBox="1"/>
          <p:nvPr/>
        </p:nvSpPr>
        <p:spPr>
          <a:xfrm>
            <a:off x="3864300" y="21499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9" name="Google Shape;869;p68"/>
          <p:cNvSpPr txBox="1"/>
          <p:nvPr/>
        </p:nvSpPr>
        <p:spPr>
          <a:xfrm>
            <a:off x="3864300" y="28530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0" name="Google Shape;870;p68"/>
          <p:cNvSpPr txBox="1"/>
          <p:nvPr/>
        </p:nvSpPr>
        <p:spPr>
          <a:xfrm>
            <a:off x="3864300" y="35655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1" name="Google Shape;871;p68"/>
          <p:cNvSpPr txBox="1"/>
          <p:nvPr/>
        </p:nvSpPr>
        <p:spPr>
          <a:xfrm>
            <a:off x="4786913" y="1409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2" name="Google Shape;872;p68"/>
          <p:cNvSpPr txBox="1"/>
          <p:nvPr/>
        </p:nvSpPr>
        <p:spPr>
          <a:xfrm>
            <a:off x="4718463" y="2159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3" name="Google Shape;873;p68"/>
          <p:cNvSpPr txBox="1"/>
          <p:nvPr/>
        </p:nvSpPr>
        <p:spPr>
          <a:xfrm>
            <a:off x="5623625" y="6346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4" name="Google Shape;874;p68"/>
          <p:cNvSpPr txBox="1"/>
          <p:nvPr/>
        </p:nvSpPr>
        <p:spPr>
          <a:xfrm>
            <a:off x="5459238" y="140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5" name="Google Shape;875;p68"/>
          <p:cNvSpPr txBox="1"/>
          <p:nvPr/>
        </p:nvSpPr>
        <p:spPr>
          <a:xfrm>
            <a:off x="5489938" y="21313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6" name="Google Shape;876;p68"/>
          <p:cNvSpPr txBox="1"/>
          <p:nvPr/>
        </p:nvSpPr>
        <p:spPr>
          <a:xfrm>
            <a:off x="6705175" y="6346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7" name="Google Shape;877;p68"/>
          <p:cNvSpPr txBox="1"/>
          <p:nvPr/>
        </p:nvSpPr>
        <p:spPr>
          <a:xfrm>
            <a:off x="6802500" y="14003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8" name="Google Shape;878;p68"/>
          <p:cNvSpPr txBox="1"/>
          <p:nvPr/>
        </p:nvSpPr>
        <p:spPr>
          <a:xfrm>
            <a:off x="6802500" y="21406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9" name="Google Shape;879;p68"/>
          <p:cNvSpPr txBox="1"/>
          <p:nvPr/>
        </p:nvSpPr>
        <p:spPr>
          <a:xfrm>
            <a:off x="6802500" y="28530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0" name="Google Shape;880;p68"/>
          <p:cNvSpPr txBox="1"/>
          <p:nvPr/>
        </p:nvSpPr>
        <p:spPr>
          <a:xfrm>
            <a:off x="7204713" y="427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1" name="Google Shape;881;p68"/>
          <p:cNvSpPr txBox="1"/>
          <p:nvPr/>
        </p:nvSpPr>
        <p:spPr>
          <a:xfrm>
            <a:off x="7775625" y="14189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2" name="Google Shape;882;p68"/>
          <p:cNvSpPr txBox="1"/>
          <p:nvPr/>
        </p:nvSpPr>
        <p:spPr>
          <a:xfrm>
            <a:off x="7775625" y="2159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888" name="Google Shape;888;p69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89" name="Google Shape;889;p69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0" name="Google Shape;890;p69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1" name="Google Shape;891;p69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2" name="Google Shape;892;p69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3" name="Google Shape;893;p69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4" name="Google Shape;894;p69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5" name="Google Shape;895;p69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6" name="Google Shape;896;p69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7" name="Google Shape;897;p69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8" name="Google Shape;898;p69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9" name="Google Shape;899;p69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0" name="Google Shape;900;p69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01" name="Google Shape;901;p69"/>
          <p:cNvCxnSpPr>
            <a:stCxn id="894" idx="2"/>
            <a:endCxn id="895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2" name="Google Shape;902;p69"/>
          <p:cNvCxnSpPr>
            <a:stCxn id="895" idx="2"/>
            <a:endCxn id="897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3" name="Google Shape;903;p69"/>
          <p:cNvCxnSpPr>
            <a:stCxn id="895" idx="6"/>
            <a:endCxn id="898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4" name="Google Shape;904;p69"/>
          <p:cNvCxnSpPr>
            <a:endCxn id="896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5" name="Google Shape;905;p69"/>
          <p:cNvCxnSpPr>
            <a:stCxn id="896" idx="4"/>
            <a:endCxn id="899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6" name="Google Shape;906;p69"/>
          <p:cNvCxnSpPr>
            <a:stCxn id="899" idx="4"/>
            <a:endCxn id="900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7" name="Google Shape;907;p69"/>
          <p:cNvCxnSpPr>
            <a:stCxn id="894" idx="5"/>
            <a:endCxn id="908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9" name="Google Shape;909;p69"/>
          <p:cNvCxnSpPr>
            <a:stCxn id="894" idx="6"/>
            <a:endCxn id="910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1" name="Google Shape;911;p69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2" name="Google Shape;912;p69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69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4" name="Google Shape;914;p69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15" name="Google Shape;915;p69"/>
          <p:cNvCxnSpPr>
            <a:stCxn id="898" idx="4"/>
            <a:endCxn id="911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6" name="Google Shape;916;p69"/>
          <p:cNvCxnSpPr>
            <a:endCxn id="912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7" name="Google Shape;917;p69"/>
          <p:cNvCxnSpPr>
            <a:stCxn id="912" idx="4"/>
            <a:endCxn id="913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8" name="Google Shape;918;p69"/>
          <p:cNvCxnSpPr>
            <a:stCxn id="913" idx="4"/>
            <a:endCxn id="914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9" name="Google Shape;919;p69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0" name="Google Shape;920;p69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1" name="Google Shape;921;p69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2" name="Google Shape;922;p69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3" name="Google Shape;923;p69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4" name="Google Shape;924;p69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0" name="Google Shape;910;p69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5" name="Google Shape;925;p69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6" name="Google Shape;926;p69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27" name="Google Shape;927;p69"/>
          <p:cNvCxnSpPr>
            <a:stCxn id="910" idx="4"/>
            <a:endCxn id="925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8" name="Google Shape;928;p69"/>
          <p:cNvCxnSpPr>
            <a:endCxn id="926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9" name="Google Shape;929;p69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8" name="Google Shape;908;p69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0" name="Google Shape;930;p69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1" name="Google Shape;931;p69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2" name="Google Shape;932;p69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33" name="Google Shape;933;p69"/>
          <p:cNvCxnSpPr>
            <a:stCxn id="908" idx="4"/>
            <a:endCxn id="930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4" name="Google Shape;934;p69"/>
          <p:cNvCxnSpPr>
            <a:endCxn id="931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5" name="Google Shape;935;p69"/>
          <p:cNvCxnSpPr>
            <a:stCxn id="931" idx="4"/>
            <a:endCxn id="932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6" name="Google Shape;936;p69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7" name="Google Shape;937;p69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8" name="Google Shape;938;p69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9" name="Google Shape;939;p69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0" name="Google Shape;940;p69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1" name="Google Shape;941;p69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2" name="Google Shape;942;p69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3" name="Google Shape;943;p69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4" name="Google Shape;944;p69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5" name="Google Shape;945;p69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6" name="Google Shape;946;p69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7" name="Google Shape;947;p69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8" name="Google Shape;948;p69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9" name="Google Shape;949;p69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0" name="Google Shape;950;p69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1" name="Google Shape;951;p69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2" name="Google Shape;952;p69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3" name="Google Shape;953;p69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954" name="Google Shape;954;p69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5" name="Google Shape;955;p69"/>
          <p:cNvSpPr/>
          <p:nvPr/>
        </p:nvSpPr>
        <p:spPr>
          <a:xfrm rot="10800000">
            <a:off x="2485213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6" name="Google Shape;956;p69"/>
          <p:cNvSpPr/>
          <p:nvPr/>
        </p:nvSpPr>
        <p:spPr>
          <a:xfrm>
            <a:off x="2485213" y="38814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7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962" name="Google Shape;962;p70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63" name="Google Shape;963;p70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4" name="Google Shape;964;p70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5" name="Google Shape;965;p70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66" name="Google Shape;966;p70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7" name="Google Shape;967;p70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8" name="Google Shape;968;p70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9" name="Google Shape;969;p70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0" name="Google Shape;970;p70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1" name="Google Shape;971;p70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2" name="Google Shape;972;p70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3" name="Google Shape;973;p70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4" name="Google Shape;974;p70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75" name="Google Shape;975;p70"/>
          <p:cNvCxnSpPr>
            <a:stCxn id="968" idx="2"/>
            <a:endCxn id="969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6" name="Google Shape;976;p70"/>
          <p:cNvCxnSpPr>
            <a:stCxn id="969" idx="2"/>
            <a:endCxn id="971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7" name="Google Shape;977;p70"/>
          <p:cNvCxnSpPr>
            <a:stCxn id="969" idx="6"/>
            <a:endCxn id="972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8" name="Google Shape;978;p70"/>
          <p:cNvCxnSpPr>
            <a:endCxn id="970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9" name="Google Shape;979;p70"/>
          <p:cNvCxnSpPr>
            <a:stCxn id="970" idx="4"/>
            <a:endCxn id="973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0" name="Google Shape;980;p70"/>
          <p:cNvCxnSpPr>
            <a:stCxn id="973" idx="4"/>
            <a:endCxn id="974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1" name="Google Shape;981;p70"/>
          <p:cNvCxnSpPr>
            <a:stCxn id="968" idx="5"/>
            <a:endCxn id="982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3" name="Google Shape;983;p70"/>
          <p:cNvCxnSpPr>
            <a:stCxn id="968" idx="6"/>
            <a:endCxn id="984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5" name="Google Shape;985;p70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6" name="Google Shape;986;p70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70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8" name="Google Shape;988;p70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9" name="Google Shape;989;p70"/>
          <p:cNvCxnSpPr>
            <a:stCxn id="972" idx="4"/>
            <a:endCxn id="985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0" name="Google Shape;990;p70"/>
          <p:cNvCxnSpPr>
            <a:endCxn id="986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1" name="Google Shape;991;p70"/>
          <p:cNvCxnSpPr>
            <a:stCxn id="986" idx="4"/>
            <a:endCxn id="987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2" name="Google Shape;992;p70"/>
          <p:cNvCxnSpPr>
            <a:stCxn id="987" idx="4"/>
            <a:endCxn id="988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3" name="Google Shape;993;p70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4" name="Google Shape;994;p70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70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6" name="Google Shape;996;p70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7" name="Google Shape;997;p70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8" name="Google Shape;998;p70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4" name="Google Shape;984;p70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9" name="Google Shape;999;p70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0" name="Google Shape;1000;p70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01" name="Google Shape;1001;p70"/>
          <p:cNvCxnSpPr>
            <a:stCxn id="984" idx="4"/>
            <a:endCxn id="999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2" name="Google Shape;1002;p70"/>
          <p:cNvCxnSpPr>
            <a:endCxn id="1000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3" name="Google Shape;1003;p70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2" name="Google Shape;982;p70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4" name="Google Shape;1004;p70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5" name="Google Shape;1005;p70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6" name="Google Shape;1006;p70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07" name="Google Shape;1007;p70"/>
          <p:cNvCxnSpPr>
            <a:stCxn id="982" idx="4"/>
            <a:endCxn id="1004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8" name="Google Shape;1008;p70"/>
          <p:cNvCxnSpPr>
            <a:endCxn id="1005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9" name="Google Shape;1009;p70"/>
          <p:cNvCxnSpPr>
            <a:stCxn id="1005" idx="4"/>
            <a:endCxn id="1006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0" name="Google Shape;1010;p70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1" name="Google Shape;1011;p70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2" name="Google Shape;1012;p70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3" name="Google Shape;1013;p70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4" name="Google Shape;1014;p70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5" name="Google Shape;1015;p70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6" name="Google Shape;1016;p70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7" name="Google Shape;1017;p70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8" name="Google Shape;1018;p70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9" name="Google Shape;1019;p70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0" name="Google Shape;1020;p70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1" name="Google Shape;1021;p70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2" name="Google Shape;1022;p70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3" name="Google Shape;1023;p70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4" name="Google Shape;1024;p70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5" name="Google Shape;1025;p70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6" name="Google Shape;1026;p70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7" name="Google Shape;1027;p70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028" name="Google Shape;1028;p70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9" name="Google Shape;1029;p70"/>
          <p:cNvSpPr/>
          <p:nvPr/>
        </p:nvSpPr>
        <p:spPr>
          <a:xfrm rot="10800000">
            <a:off x="3173963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0" name="Google Shape;1030;p70"/>
          <p:cNvSpPr/>
          <p:nvPr/>
        </p:nvSpPr>
        <p:spPr>
          <a:xfrm>
            <a:off x="2485213" y="38814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1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036" name="Google Shape;1036;p71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37" name="Google Shape;1037;p71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8" name="Google Shape;1038;p71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9" name="Google Shape;1039;p71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40" name="Google Shape;1040;p71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1" name="Google Shape;1041;p71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2" name="Google Shape;1042;p71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3" name="Google Shape;1043;p71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4" name="Google Shape;1044;p71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5" name="Google Shape;1045;p71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6" name="Google Shape;1046;p71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7" name="Google Shape;1047;p71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" name="Google Shape;1048;p71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49" name="Google Shape;1049;p71"/>
          <p:cNvCxnSpPr>
            <a:stCxn id="1042" idx="2"/>
            <a:endCxn id="1043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0" name="Google Shape;1050;p71"/>
          <p:cNvCxnSpPr>
            <a:stCxn id="1043" idx="2"/>
            <a:endCxn id="1045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1" name="Google Shape;1051;p71"/>
          <p:cNvCxnSpPr>
            <a:stCxn id="1043" idx="6"/>
            <a:endCxn id="1046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2" name="Google Shape;1052;p71"/>
          <p:cNvCxnSpPr>
            <a:endCxn id="1044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3" name="Google Shape;1053;p71"/>
          <p:cNvCxnSpPr>
            <a:stCxn id="1044" idx="4"/>
            <a:endCxn id="1047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4" name="Google Shape;1054;p71"/>
          <p:cNvCxnSpPr>
            <a:stCxn id="1047" idx="4"/>
            <a:endCxn id="1048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5" name="Google Shape;1055;p71"/>
          <p:cNvCxnSpPr>
            <a:stCxn id="1042" idx="5"/>
            <a:endCxn id="1056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7" name="Google Shape;1057;p71"/>
          <p:cNvCxnSpPr>
            <a:stCxn id="1042" idx="6"/>
            <a:endCxn id="1058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9" name="Google Shape;1059;p71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0" name="Google Shape;1060;p71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1" name="Google Shape;1061;p71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2" name="Google Shape;1062;p71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63" name="Google Shape;1063;p71"/>
          <p:cNvCxnSpPr>
            <a:stCxn id="1046" idx="4"/>
            <a:endCxn id="1059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4" name="Google Shape;1064;p71"/>
          <p:cNvCxnSpPr>
            <a:endCxn id="1060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5" name="Google Shape;1065;p71"/>
          <p:cNvCxnSpPr>
            <a:stCxn id="1060" idx="4"/>
            <a:endCxn id="1061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6" name="Google Shape;1066;p71"/>
          <p:cNvCxnSpPr>
            <a:stCxn id="1061" idx="4"/>
            <a:endCxn id="1062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7" name="Google Shape;1067;p71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8" name="Google Shape;1068;p71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9" name="Google Shape;1069;p71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0" name="Google Shape;1070;p71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1" name="Google Shape;1071;p71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2" name="Google Shape;1072;p71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8" name="Google Shape;1058;p71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3" name="Google Shape;1073;p71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4" name="Google Shape;1074;p71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75" name="Google Shape;1075;p71"/>
          <p:cNvCxnSpPr>
            <a:stCxn id="1058" idx="4"/>
            <a:endCxn id="1073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6" name="Google Shape;1076;p71"/>
          <p:cNvCxnSpPr>
            <a:endCxn id="1074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7" name="Google Shape;1077;p71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6" name="Google Shape;1056;p71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8" name="Google Shape;1078;p71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9" name="Google Shape;1079;p71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0" name="Google Shape;1080;p71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1" name="Google Shape;1081;p71"/>
          <p:cNvCxnSpPr>
            <a:stCxn id="1056" idx="4"/>
            <a:endCxn id="1078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2" name="Google Shape;1082;p71"/>
          <p:cNvCxnSpPr>
            <a:endCxn id="1079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3" name="Google Shape;1083;p71"/>
          <p:cNvCxnSpPr>
            <a:stCxn id="1079" idx="4"/>
            <a:endCxn id="1080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4" name="Google Shape;1084;p71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5" name="Google Shape;1085;p71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6" name="Google Shape;1086;p71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7" name="Google Shape;1087;p71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8" name="Google Shape;1088;p71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9" name="Google Shape;1089;p71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0" name="Google Shape;1090;p71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1" name="Google Shape;1091;p71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2" name="Google Shape;1092;p71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3" name="Google Shape;1093;p71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4" name="Google Shape;1094;p71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5" name="Google Shape;1095;p71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6" name="Google Shape;1096;p71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7" name="Google Shape;1097;p71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8" name="Google Shape;1098;p71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9" name="Google Shape;1099;p71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0" name="Google Shape;1100;p71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1" name="Google Shape;1101;p71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02" name="Google Shape;1102;p71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3" name="Google Shape;1103;p71"/>
          <p:cNvSpPr/>
          <p:nvPr/>
        </p:nvSpPr>
        <p:spPr>
          <a:xfrm rot="10800000">
            <a:off x="381823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4" name="Google Shape;1104;p71"/>
          <p:cNvSpPr/>
          <p:nvPr/>
        </p:nvSpPr>
        <p:spPr>
          <a:xfrm>
            <a:off x="2485213" y="38814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2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10" name="Google Shape;1110;p72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1" name="Google Shape;1111;p72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2" name="Google Shape;1112;p72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3" name="Google Shape;1113;p72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4" name="Google Shape;1114;p72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5" name="Google Shape;1115;p72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16" name="Google Shape;1116;p72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7" name="Google Shape;1117;p72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8" name="Google Shape;1118;p72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9" name="Google Shape;1119;p72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0" name="Google Shape;1120;p72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1" name="Google Shape;1121;p72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2" name="Google Shape;1122;p72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23" name="Google Shape;1123;p72"/>
          <p:cNvCxnSpPr>
            <a:stCxn id="1116" idx="2"/>
            <a:endCxn id="1117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4" name="Google Shape;1124;p72"/>
          <p:cNvCxnSpPr>
            <a:stCxn id="1117" idx="2"/>
            <a:endCxn id="1119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5" name="Google Shape;1125;p72"/>
          <p:cNvCxnSpPr>
            <a:stCxn id="1117" idx="6"/>
            <a:endCxn id="1120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6" name="Google Shape;1126;p72"/>
          <p:cNvCxnSpPr>
            <a:endCxn id="1118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7" name="Google Shape;1127;p72"/>
          <p:cNvCxnSpPr>
            <a:stCxn id="1118" idx="4"/>
            <a:endCxn id="1121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8" name="Google Shape;1128;p72"/>
          <p:cNvCxnSpPr>
            <a:stCxn id="1121" idx="4"/>
            <a:endCxn id="1122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9" name="Google Shape;1129;p72"/>
          <p:cNvCxnSpPr>
            <a:stCxn id="1116" idx="5"/>
            <a:endCxn id="1130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1" name="Google Shape;1131;p72"/>
          <p:cNvCxnSpPr>
            <a:stCxn id="1116" idx="6"/>
            <a:endCxn id="1132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3" name="Google Shape;1133;p72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5" name="Google Shape;1135;p72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6" name="Google Shape;1136;p72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37" name="Google Shape;1137;p72"/>
          <p:cNvCxnSpPr>
            <a:stCxn id="1120" idx="4"/>
            <a:endCxn id="1133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8" name="Google Shape;1138;p72"/>
          <p:cNvCxnSpPr>
            <a:endCxn id="1134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9" name="Google Shape;1139;p72"/>
          <p:cNvCxnSpPr>
            <a:stCxn id="1134" idx="4"/>
            <a:endCxn id="1135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0" name="Google Shape;1140;p72"/>
          <p:cNvCxnSpPr>
            <a:stCxn id="1135" idx="4"/>
            <a:endCxn id="1136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1" name="Google Shape;1141;p72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2" name="Google Shape;1142;p72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3" name="Google Shape;1143;p72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4" name="Google Shape;1144;p72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5" name="Google Shape;1145;p72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6" name="Google Shape;1146;p72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2" name="Google Shape;1132;p72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7" name="Google Shape;1147;p72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8" name="Google Shape;1148;p72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9" name="Google Shape;1149;p72"/>
          <p:cNvCxnSpPr>
            <a:stCxn id="1132" idx="4"/>
            <a:endCxn id="1147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0" name="Google Shape;1150;p72"/>
          <p:cNvCxnSpPr>
            <a:endCxn id="1148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1" name="Google Shape;1151;p72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0" name="Google Shape;1130;p72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3" name="Google Shape;1153;p72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4" name="Google Shape;1154;p72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55" name="Google Shape;1155;p72"/>
          <p:cNvCxnSpPr>
            <a:stCxn id="1130" idx="4"/>
            <a:endCxn id="1152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6" name="Google Shape;1156;p72"/>
          <p:cNvCxnSpPr>
            <a:endCxn id="1153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7" name="Google Shape;1157;p72"/>
          <p:cNvCxnSpPr>
            <a:stCxn id="1153" idx="4"/>
            <a:endCxn id="1154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8" name="Google Shape;1158;p72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9" name="Google Shape;1159;p72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0" name="Google Shape;1160;p72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1" name="Google Shape;1161;p72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2" name="Google Shape;1162;p72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3" name="Google Shape;1163;p72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4" name="Google Shape;1164;p72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5" name="Google Shape;1165;p72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6" name="Google Shape;1166;p72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7" name="Google Shape;1167;p72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8" name="Google Shape;1168;p72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9" name="Google Shape;1169;p72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0" name="Google Shape;1170;p72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1" name="Google Shape;1171;p72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2" name="Google Shape;1172;p72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3" name="Google Shape;1173;p72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4" name="Google Shape;1174;p72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5" name="Google Shape;1175;p72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76" name="Google Shape;1176;p72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7" name="Google Shape;1177;p72"/>
          <p:cNvSpPr/>
          <p:nvPr/>
        </p:nvSpPr>
        <p:spPr>
          <a:xfrm rot="10800000">
            <a:off x="457198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8" name="Google Shape;1178;p72"/>
          <p:cNvSpPr/>
          <p:nvPr/>
        </p:nvSpPr>
        <p:spPr>
          <a:xfrm>
            <a:off x="2485213" y="38814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73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84" name="Google Shape;1184;p73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85" name="Google Shape;1185;p73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6" name="Google Shape;1186;p73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7" name="Google Shape;1187;p73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88" name="Google Shape;1188;p73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9" name="Google Shape;1189;p73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0" name="Google Shape;1190;p73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1" name="Google Shape;1191;p73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2" name="Google Shape;1192;p73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3" name="Google Shape;1193;p73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4" name="Google Shape;1194;p73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5" name="Google Shape;1195;p73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6" name="Google Shape;1196;p73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7" name="Google Shape;1197;p73"/>
          <p:cNvCxnSpPr>
            <a:stCxn id="1190" idx="2"/>
            <a:endCxn id="1191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8" name="Google Shape;1198;p73"/>
          <p:cNvCxnSpPr>
            <a:stCxn id="1191" idx="2"/>
            <a:endCxn id="1193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9" name="Google Shape;1199;p73"/>
          <p:cNvCxnSpPr>
            <a:stCxn id="1191" idx="6"/>
            <a:endCxn id="1194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0" name="Google Shape;1200;p73"/>
          <p:cNvCxnSpPr>
            <a:endCxn id="1192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1" name="Google Shape;1201;p73"/>
          <p:cNvCxnSpPr>
            <a:stCxn id="1192" idx="4"/>
            <a:endCxn id="1195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2" name="Google Shape;1202;p73"/>
          <p:cNvCxnSpPr>
            <a:stCxn id="1195" idx="4"/>
            <a:endCxn id="1196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Google Shape;1203;p73"/>
          <p:cNvCxnSpPr>
            <a:stCxn id="1190" idx="5"/>
            <a:endCxn id="1204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5" name="Google Shape;1205;p73"/>
          <p:cNvCxnSpPr>
            <a:stCxn id="1190" idx="6"/>
            <a:endCxn id="1206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Google Shape;1207;p73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8" name="Google Shape;1208;p73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9" name="Google Shape;1209;p73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0" name="Google Shape;1210;p73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1" name="Google Shape;1211;p73"/>
          <p:cNvCxnSpPr>
            <a:stCxn id="1194" idx="4"/>
            <a:endCxn id="1207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2" name="Google Shape;1212;p73"/>
          <p:cNvCxnSpPr>
            <a:endCxn id="1208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3" name="Google Shape;1213;p73"/>
          <p:cNvCxnSpPr>
            <a:stCxn id="1208" idx="4"/>
            <a:endCxn id="1209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4" name="Google Shape;1214;p73"/>
          <p:cNvCxnSpPr>
            <a:stCxn id="1209" idx="4"/>
            <a:endCxn id="1210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5" name="Google Shape;1215;p73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6" name="Google Shape;1216;p73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7" name="Google Shape;1217;p73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8" name="Google Shape;1218;p73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9" name="Google Shape;1219;p73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73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6" name="Google Shape;1206;p73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1" name="Google Shape;1221;p73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2" name="Google Shape;1222;p73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3" name="Google Shape;1223;p73"/>
          <p:cNvCxnSpPr>
            <a:stCxn id="1206" idx="4"/>
            <a:endCxn id="1221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4" name="Google Shape;1224;p73"/>
          <p:cNvCxnSpPr>
            <a:endCxn id="1222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5" name="Google Shape;1225;p73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4" name="Google Shape;1204;p73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6" name="Google Shape;1226;p73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7" name="Google Shape;1227;p73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8" name="Google Shape;1228;p73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9" name="Google Shape;1229;p73"/>
          <p:cNvCxnSpPr>
            <a:stCxn id="1204" idx="4"/>
            <a:endCxn id="1226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0" name="Google Shape;1230;p73"/>
          <p:cNvCxnSpPr>
            <a:endCxn id="1227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1" name="Google Shape;1231;p73"/>
          <p:cNvCxnSpPr>
            <a:stCxn id="1227" idx="4"/>
            <a:endCxn id="1228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2" name="Google Shape;1232;p73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3" name="Google Shape;1233;p73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4" name="Google Shape;1234;p73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5" name="Google Shape;1235;p73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6" name="Google Shape;1236;p73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7" name="Google Shape;1237;p73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8" name="Google Shape;1238;p73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9" name="Google Shape;1239;p73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0" name="Google Shape;1240;p73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1" name="Google Shape;1241;p73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2" name="Google Shape;1242;p73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3" name="Google Shape;1243;p73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4" name="Google Shape;1244;p73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5" name="Google Shape;1245;p73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6" name="Google Shape;1246;p73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7" name="Google Shape;1247;p73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8" name="Google Shape;1248;p73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9" name="Google Shape;1249;p73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50" name="Google Shape;1250;p73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1" name="Google Shape;1251;p73"/>
          <p:cNvSpPr/>
          <p:nvPr/>
        </p:nvSpPr>
        <p:spPr>
          <a:xfrm rot="10800000">
            <a:off x="3171013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2" name="Google Shape;1252;p73"/>
          <p:cNvSpPr/>
          <p:nvPr/>
        </p:nvSpPr>
        <p:spPr>
          <a:xfrm>
            <a:off x="3171013" y="38814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58" name="Google Shape;1258;p74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59" name="Google Shape;1259;p74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0" name="Google Shape;1260;p74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1" name="Google Shape;1261;p74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62" name="Google Shape;1262;p74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3" name="Google Shape;1263;p74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4" name="Google Shape;1264;p74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5" name="Google Shape;1265;p74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6" name="Google Shape;1266;p74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7" name="Google Shape;1267;p74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8" name="Google Shape;1268;p74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9" name="Google Shape;1269;p74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0" name="Google Shape;1270;p74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71" name="Google Shape;1271;p74"/>
          <p:cNvCxnSpPr>
            <a:stCxn id="1264" idx="2"/>
            <a:endCxn id="1265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2" name="Google Shape;1272;p74"/>
          <p:cNvCxnSpPr>
            <a:stCxn id="1265" idx="2"/>
            <a:endCxn id="1267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3" name="Google Shape;1273;p74"/>
          <p:cNvCxnSpPr>
            <a:stCxn id="1265" idx="6"/>
            <a:endCxn id="1268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4" name="Google Shape;1274;p74"/>
          <p:cNvCxnSpPr>
            <a:endCxn id="1266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5" name="Google Shape;1275;p74"/>
          <p:cNvCxnSpPr>
            <a:stCxn id="1266" idx="4"/>
            <a:endCxn id="1269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6" name="Google Shape;1276;p74"/>
          <p:cNvCxnSpPr>
            <a:stCxn id="1269" idx="4"/>
            <a:endCxn id="1270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7" name="Google Shape;1277;p74"/>
          <p:cNvCxnSpPr>
            <a:stCxn id="1264" idx="5"/>
            <a:endCxn id="1278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9" name="Google Shape;1279;p74"/>
          <p:cNvCxnSpPr>
            <a:stCxn id="1264" idx="6"/>
            <a:endCxn id="1280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1" name="Google Shape;1281;p74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2" name="Google Shape;1282;p74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3" name="Google Shape;1283;p74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4" name="Google Shape;1284;p74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5" name="Google Shape;1285;p74"/>
          <p:cNvCxnSpPr>
            <a:stCxn id="1268" idx="4"/>
            <a:endCxn id="1281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6" name="Google Shape;1286;p74"/>
          <p:cNvCxnSpPr>
            <a:endCxn id="1282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7" name="Google Shape;1287;p74"/>
          <p:cNvCxnSpPr>
            <a:stCxn id="1282" idx="4"/>
            <a:endCxn id="1283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8" name="Google Shape;1288;p74"/>
          <p:cNvCxnSpPr>
            <a:stCxn id="1283" idx="4"/>
            <a:endCxn id="1284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9" name="Google Shape;1289;p74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0" name="Google Shape;1290;p74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1" name="Google Shape;1291;p74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2" name="Google Shape;1292;p74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3" name="Google Shape;1293;p74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4" name="Google Shape;1294;p74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0" name="Google Shape;1280;p74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5" name="Google Shape;1295;p74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6" name="Google Shape;1296;p74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97" name="Google Shape;1297;p74"/>
          <p:cNvCxnSpPr>
            <a:stCxn id="1280" idx="4"/>
            <a:endCxn id="1295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8" name="Google Shape;1298;p74"/>
          <p:cNvCxnSpPr>
            <a:endCxn id="1296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9" name="Google Shape;1299;p74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8" name="Google Shape;1278;p74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0" name="Google Shape;1300;p74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1" name="Google Shape;1301;p74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2" name="Google Shape;1302;p74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3" name="Google Shape;1303;p74"/>
          <p:cNvCxnSpPr>
            <a:stCxn id="1278" idx="4"/>
            <a:endCxn id="1300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4" name="Google Shape;1304;p74"/>
          <p:cNvCxnSpPr>
            <a:endCxn id="1301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5" name="Google Shape;1305;p74"/>
          <p:cNvCxnSpPr>
            <a:stCxn id="1301" idx="4"/>
            <a:endCxn id="1302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6" name="Google Shape;1306;p74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7" name="Google Shape;1307;p74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8" name="Google Shape;1308;p74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9" name="Google Shape;1309;p74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0" name="Google Shape;1310;p74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1" name="Google Shape;1311;p74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2" name="Google Shape;1312;p74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3" name="Google Shape;1313;p74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4" name="Google Shape;1314;p74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5" name="Google Shape;1315;p74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6" name="Google Shape;1316;p74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7" name="Google Shape;1317;p74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8" name="Google Shape;1318;p74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9" name="Google Shape;1319;p74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0" name="Google Shape;1320;p74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1" name="Google Shape;1321;p74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2" name="Google Shape;1322;p74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3" name="Google Shape;1323;p74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324" name="Google Shape;1324;p74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5" name="Google Shape;1325;p74"/>
          <p:cNvSpPr/>
          <p:nvPr/>
        </p:nvSpPr>
        <p:spPr>
          <a:xfrm rot="10800000">
            <a:off x="381823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6" name="Google Shape;1326;p74"/>
          <p:cNvSpPr/>
          <p:nvPr/>
        </p:nvSpPr>
        <p:spPr>
          <a:xfrm>
            <a:off x="3171013" y="38814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7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332" name="Google Shape;1332;p75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3" name="Google Shape;1333;p75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4" name="Google Shape;1334;p75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5" name="Google Shape;1335;p75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6" name="Google Shape;1336;p75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7" name="Google Shape;1337;p75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8" name="Google Shape;1338;p75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9" name="Google Shape;1339;p75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0" name="Google Shape;1340;p75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1" name="Google Shape;1341;p75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2" name="Google Shape;1342;p75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3" name="Google Shape;1343;p75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4" name="Google Shape;1344;p75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5" name="Google Shape;1345;p75"/>
          <p:cNvCxnSpPr>
            <a:stCxn id="1338" idx="2"/>
            <a:endCxn id="1339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6" name="Google Shape;1346;p75"/>
          <p:cNvCxnSpPr>
            <a:stCxn id="1339" idx="2"/>
            <a:endCxn id="1341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7" name="Google Shape;1347;p75"/>
          <p:cNvCxnSpPr>
            <a:stCxn id="1339" idx="6"/>
            <a:endCxn id="1342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8" name="Google Shape;1348;p75"/>
          <p:cNvCxnSpPr>
            <a:endCxn id="1340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9" name="Google Shape;1349;p75"/>
          <p:cNvCxnSpPr>
            <a:stCxn id="1340" idx="4"/>
            <a:endCxn id="1343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0" name="Google Shape;1350;p75"/>
          <p:cNvCxnSpPr>
            <a:stCxn id="1343" idx="4"/>
            <a:endCxn id="1344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1" name="Google Shape;1351;p75"/>
          <p:cNvCxnSpPr>
            <a:stCxn id="1338" idx="5"/>
            <a:endCxn id="1352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3" name="Google Shape;1353;p75"/>
          <p:cNvCxnSpPr>
            <a:stCxn id="1338" idx="6"/>
            <a:endCxn id="1354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5" name="Google Shape;1355;p75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6" name="Google Shape;1356;p75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7" name="Google Shape;1357;p75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8" name="Google Shape;1358;p75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9" name="Google Shape;1359;p75"/>
          <p:cNvCxnSpPr>
            <a:stCxn id="1342" idx="4"/>
            <a:endCxn id="1355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0" name="Google Shape;1360;p75"/>
          <p:cNvCxnSpPr>
            <a:endCxn id="1356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1" name="Google Shape;1361;p75"/>
          <p:cNvCxnSpPr>
            <a:stCxn id="1356" idx="4"/>
            <a:endCxn id="1357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2" name="Google Shape;1362;p75"/>
          <p:cNvCxnSpPr>
            <a:stCxn id="1357" idx="4"/>
            <a:endCxn id="1358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3" name="Google Shape;1363;p75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4" name="Google Shape;1364;p75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5" name="Google Shape;1365;p75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6" name="Google Shape;1366;p75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7" name="Google Shape;1367;p75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8" name="Google Shape;1368;p75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4" name="Google Shape;1354;p75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9" name="Google Shape;1369;p75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0" name="Google Shape;1370;p75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1" name="Google Shape;1371;p75"/>
          <p:cNvCxnSpPr>
            <a:stCxn id="1354" idx="4"/>
            <a:endCxn id="1369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2" name="Google Shape;1372;p75"/>
          <p:cNvCxnSpPr>
            <a:endCxn id="1370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3" name="Google Shape;1373;p75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2" name="Google Shape;1352;p75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4" name="Google Shape;1374;p75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5" name="Google Shape;1375;p75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6" name="Google Shape;1376;p75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7" name="Google Shape;1377;p75"/>
          <p:cNvCxnSpPr>
            <a:stCxn id="1352" idx="4"/>
            <a:endCxn id="1374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8" name="Google Shape;1378;p75"/>
          <p:cNvCxnSpPr>
            <a:endCxn id="1375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9" name="Google Shape;1379;p75"/>
          <p:cNvCxnSpPr>
            <a:stCxn id="1375" idx="4"/>
            <a:endCxn id="1376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0" name="Google Shape;1380;p75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1" name="Google Shape;1381;p75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2" name="Google Shape;1382;p75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3" name="Google Shape;1383;p75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4" name="Google Shape;1384;p75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5" name="Google Shape;1385;p75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6" name="Google Shape;1386;p75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7" name="Google Shape;1387;p75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8" name="Google Shape;1388;p75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9" name="Google Shape;1389;p75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0" name="Google Shape;1390;p75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1" name="Google Shape;1391;p75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2" name="Google Shape;1392;p75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3" name="Google Shape;1393;p75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4" name="Google Shape;1394;p75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5" name="Google Shape;1395;p75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6" name="Google Shape;1396;p75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7" name="Google Shape;1397;p75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398" name="Google Shape;1398;p75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9" name="Google Shape;1399;p75"/>
          <p:cNvSpPr/>
          <p:nvPr/>
        </p:nvSpPr>
        <p:spPr>
          <a:xfrm rot="10800000">
            <a:off x="389428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0" name="Google Shape;1400;p75"/>
          <p:cNvSpPr/>
          <p:nvPr/>
        </p:nvSpPr>
        <p:spPr>
          <a:xfrm rot="4720803">
            <a:off x="4282986" y="3905354"/>
            <a:ext cx="336241" cy="3505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7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06" name="Google Shape;1406;p76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07" name="Google Shape;1407;p76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8" name="Google Shape;1408;p76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9" name="Google Shape;1409;p76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10" name="Google Shape;1410;p76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1" name="Google Shape;1411;p76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2" name="Google Shape;1412;p76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3" name="Google Shape;1413;p76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4" name="Google Shape;1414;p76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5" name="Google Shape;1415;p76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6" name="Google Shape;1416;p76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7" name="Google Shape;1417;p76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8" name="Google Shape;1418;p76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19" name="Google Shape;1419;p76"/>
          <p:cNvCxnSpPr>
            <a:stCxn id="1412" idx="2"/>
            <a:endCxn id="1413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0" name="Google Shape;1420;p76"/>
          <p:cNvCxnSpPr>
            <a:stCxn id="1413" idx="2"/>
            <a:endCxn id="1415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1" name="Google Shape;1421;p76"/>
          <p:cNvCxnSpPr>
            <a:stCxn id="1413" idx="6"/>
            <a:endCxn id="1416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2" name="Google Shape;1422;p76"/>
          <p:cNvCxnSpPr>
            <a:endCxn id="1414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3" name="Google Shape;1423;p76"/>
          <p:cNvCxnSpPr>
            <a:stCxn id="1414" idx="4"/>
            <a:endCxn id="1417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4" name="Google Shape;1424;p76"/>
          <p:cNvCxnSpPr>
            <a:stCxn id="1417" idx="4"/>
            <a:endCxn id="1418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5" name="Google Shape;1425;p76"/>
          <p:cNvCxnSpPr>
            <a:stCxn id="1412" idx="5"/>
            <a:endCxn id="1426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7" name="Google Shape;1427;p76"/>
          <p:cNvCxnSpPr>
            <a:stCxn id="1412" idx="6"/>
            <a:endCxn id="1428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9" name="Google Shape;1429;p76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0" name="Google Shape;1430;p76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1" name="Google Shape;1431;p76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2" name="Google Shape;1432;p76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33" name="Google Shape;1433;p76"/>
          <p:cNvCxnSpPr>
            <a:stCxn id="1416" idx="4"/>
            <a:endCxn id="1429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4" name="Google Shape;1434;p76"/>
          <p:cNvCxnSpPr>
            <a:endCxn id="1430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5" name="Google Shape;1435;p76"/>
          <p:cNvCxnSpPr>
            <a:stCxn id="1430" idx="4"/>
            <a:endCxn id="1431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6" name="Google Shape;1436;p76"/>
          <p:cNvCxnSpPr>
            <a:stCxn id="1431" idx="4"/>
            <a:endCxn id="1432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7" name="Google Shape;1437;p76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8" name="Google Shape;1438;p76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9" name="Google Shape;1439;p76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0" name="Google Shape;1440;p76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1" name="Google Shape;1441;p76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2" name="Google Shape;1442;p76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8" name="Google Shape;1428;p76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3" name="Google Shape;1443;p76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4" name="Google Shape;1444;p76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45" name="Google Shape;1445;p76"/>
          <p:cNvCxnSpPr>
            <a:stCxn id="1428" idx="4"/>
            <a:endCxn id="1443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6" name="Google Shape;1446;p76"/>
          <p:cNvCxnSpPr>
            <a:endCxn id="1444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7" name="Google Shape;1447;p76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6" name="Google Shape;1426;p76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8" name="Google Shape;1448;p76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9" name="Google Shape;1449;p76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0" name="Google Shape;1450;p76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1" name="Google Shape;1451;p76"/>
          <p:cNvCxnSpPr>
            <a:stCxn id="1426" idx="4"/>
            <a:endCxn id="1448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2" name="Google Shape;1452;p76"/>
          <p:cNvCxnSpPr>
            <a:endCxn id="1449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3" name="Google Shape;1453;p76"/>
          <p:cNvCxnSpPr>
            <a:stCxn id="1449" idx="4"/>
            <a:endCxn id="1450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4" name="Google Shape;1454;p76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5" name="Google Shape;1455;p76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6" name="Google Shape;1456;p76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7" name="Google Shape;1457;p76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8" name="Google Shape;1458;p76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9" name="Google Shape;1459;p76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0" name="Google Shape;1460;p76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1" name="Google Shape;1461;p76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2" name="Google Shape;1462;p76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3" name="Google Shape;1463;p76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4" name="Google Shape;1464;p76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5" name="Google Shape;1465;p76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6" name="Google Shape;1466;p76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7" name="Google Shape;1467;p76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8" name="Google Shape;1468;p76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9" name="Google Shape;1469;p76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0" name="Google Shape;1470;p76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1" name="Google Shape;1471;p76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72" name="Google Shape;1472;p76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3" name="Google Shape;1473;p76"/>
          <p:cNvSpPr/>
          <p:nvPr/>
        </p:nvSpPr>
        <p:spPr>
          <a:xfrm rot="10800000">
            <a:off x="457198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4" name="Google Shape;1474;p76"/>
          <p:cNvSpPr/>
          <p:nvPr/>
        </p:nvSpPr>
        <p:spPr>
          <a:xfrm rot="4720803">
            <a:off x="4282986" y="3905354"/>
            <a:ext cx="336241" cy="3505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7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80" name="Google Shape;1480;p77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1" name="Google Shape;1481;p77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2" name="Google Shape;1482;p77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3" name="Google Shape;1483;p77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4" name="Google Shape;1484;p77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5" name="Google Shape;1485;p77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86" name="Google Shape;1486;p77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7" name="Google Shape;1487;p77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8" name="Google Shape;1488;p77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9" name="Google Shape;1489;p77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0" name="Google Shape;1490;p77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1" name="Google Shape;1491;p77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2" name="Google Shape;1492;p77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3" name="Google Shape;1493;p77"/>
          <p:cNvCxnSpPr>
            <a:stCxn id="1486" idx="2"/>
            <a:endCxn id="1487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4" name="Google Shape;1494;p77"/>
          <p:cNvCxnSpPr>
            <a:stCxn id="1487" idx="2"/>
            <a:endCxn id="1489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5" name="Google Shape;1495;p77"/>
          <p:cNvCxnSpPr>
            <a:stCxn id="1487" idx="6"/>
            <a:endCxn id="1490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6" name="Google Shape;1496;p77"/>
          <p:cNvCxnSpPr>
            <a:endCxn id="1488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7" name="Google Shape;1497;p77"/>
          <p:cNvCxnSpPr>
            <a:stCxn id="1488" idx="4"/>
            <a:endCxn id="1491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8" name="Google Shape;1498;p77"/>
          <p:cNvCxnSpPr>
            <a:stCxn id="1491" idx="4"/>
            <a:endCxn id="1492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9" name="Google Shape;1499;p77"/>
          <p:cNvCxnSpPr>
            <a:stCxn id="1486" idx="5"/>
            <a:endCxn id="1500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1" name="Google Shape;1501;p77"/>
          <p:cNvCxnSpPr>
            <a:stCxn id="1486" idx="6"/>
            <a:endCxn id="1502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3" name="Google Shape;1503;p77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4" name="Google Shape;1504;p77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5" name="Google Shape;1505;p77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6" name="Google Shape;1506;p77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07" name="Google Shape;1507;p77"/>
          <p:cNvCxnSpPr>
            <a:stCxn id="1490" idx="4"/>
            <a:endCxn id="1503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8" name="Google Shape;1508;p77"/>
          <p:cNvCxnSpPr>
            <a:endCxn id="1504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9" name="Google Shape;1509;p77"/>
          <p:cNvCxnSpPr>
            <a:stCxn id="1504" idx="4"/>
            <a:endCxn id="1505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0" name="Google Shape;1510;p77"/>
          <p:cNvCxnSpPr>
            <a:stCxn id="1505" idx="4"/>
            <a:endCxn id="1506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1" name="Google Shape;1511;p77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2" name="Google Shape;1512;p77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3" name="Google Shape;1513;p77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4" name="Google Shape;1514;p77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5" name="Google Shape;1515;p77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6" name="Google Shape;1516;p77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2" name="Google Shape;1502;p77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7" name="Google Shape;1517;p77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8" name="Google Shape;1518;p77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19" name="Google Shape;1519;p77"/>
          <p:cNvCxnSpPr>
            <a:stCxn id="1502" idx="4"/>
            <a:endCxn id="1517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0" name="Google Shape;1520;p77"/>
          <p:cNvCxnSpPr>
            <a:endCxn id="1518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1" name="Google Shape;1521;p77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0" name="Google Shape;1500;p77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2" name="Google Shape;1522;p77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3" name="Google Shape;1523;p77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4" name="Google Shape;1524;p77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5" name="Google Shape;1525;p77"/>
          <p:cNvCxnSpPr>
            <a:stCxn id="1500" idx="4"/>
            <a:endCxn id="1522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6" name="Google Shape;1526;p77"/>
          <p:cNvCxnSpPr>
            <a:endCxn id="1523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7" name="Google Shape;1527;p77"/>
          <p:cNvCxnSpPr>
            <a:stCxn id="1523" idx="4"/>
            <a:endCxn id="1524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8" name="Google Shape;1528;p77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9" name="Google Shape;1529;p77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0" name="Google Shape;1530;p77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1" name="Google Shape;1531;p77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2" name="Google Shape;1532;p77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3" name="Google Shape;1533;p77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4" name="Google Shape;1534;p77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5" name="Google Shape;1535;p77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6" name="Google Shape;1536;p77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7" name="Google Shape;1537;p77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8" name="Google Shape;1538;p77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9" name="Google Shape;1539;p77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0" name="Google Shape;1540;p77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1" name="Google Shape;1541;p77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2" name="Google Shape;1542;p77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3" name="Google Shape;1543;p77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4" name="Google Shape;1544;p77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5" name="Google Shape;1545;p77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46" name="Google Shape;1546;p77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7" name="Google Shape;1547;p77"/>
          <p:cNvSpPr/>
          <p:nvPr/>
        </p:nvSpPr>
        <p:spPr>
          <a:xfrm rot="10800000">
            <a:off x="522143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8" name="Google Shape;1548;p77"/>
          <p:cNvSpPr/>
          <p:nvPr/>
        </p:nvSpPr>
        <p:spPr>
          <a:xfrm rot="4720803">
            <a:off x="4282986" y="3905354"/>
            <a:ext cx="336241" cy="3505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7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54" name="Google Shape;1554;p78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55" name="Google Shape;1555;p78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6" name="Google Shape;1556;p78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7" name="Google Shape;1557;p78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58" name="Google Shape;1558;p78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9" name="Google Shape;1559;p78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0" name="Google Shape;1560;p78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1" name="Google Shape;1561;p78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2" name="Google Shape;1562;p78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3" name="Google Shape;1563;p78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4" name="Google Shape;1564;p78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5" name="Google Shape;1565;p78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6" name="Google Shape;1566;p78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67" name="Google Shape;1567;p78"/>
          <p:cNvCxnSpPr>
            <a:stCxn id="1560" idx="2"/>
            <a:endCxn id="1561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8" name="Google Shape;1568;p78"/>
          <p:cNvCxnSpPr>
            <a:stCxn id="1561" idx="2"/>
            <a:endCxn id="1563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9" name="Google Shape;1569;p78"/>
          <p:cNvCxnSpPr>
            <a:stCxn id="1561" idx="6"/>
            <a:endCxn id="1564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0" name="Google Shape;1570;p78"/>
          <p:cNvCxnSpPr>
            <a:endCxn id="1562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1" name="Google Shape;1571;p78"/>
          <p:cNvCxnSpPr>
            <a:stCxn id="1562" idx="4"/>
            <a:endCxn id="1565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2" name="Google Shape;1572;p78"/>
          <p:cNvCxnSpPr>
            <a:stCxn id="1565" idx="4"/>
            <a:endCxn id="1566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3" name="Google Shape;1573;p78"/>
          <p:cNvCxnSpPr>
            <a:stCxn id="1560" idx="5"/>
            <a:endCxn id="1574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5" name="Google Shape;1575;p78"/>
          <p:cNvCxnSpPr>
            <a:stCxn id="1560" idx="6"/>
            <a:endCxn id="1576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7" name="Google Shape;1577;p78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8" name="Google Shape;1578;p78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9" name="Google Shape;1579;p78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0" name="Google Shape;1580;p78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81" name="Google Shape;1581;p78"/>
          <p:cNvCxnSpPr>
            <a:stCxn id="1564" idx="4"/>
            <a:endCxn id="1577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2" name="Google Shape;1582;p78"/>
          <p:cNvCxnSpPr>
            <a:endCxn id="1578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3" name="Google Shape;1583;p78"/>
          <p:cNvCxnSpPr>
            <a:stCxn id="1578" idx="4"/>
            <a:endCxn id="1579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4" name="Google Shape;1584;p78"/>
          <p:cNvCxnSpPr>
            <a:stCxn id="1579" idx="4"/>
            <a:endCxn id="1580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5" name="Google Shape;1585;p78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6" name="Google Shape;1586;p78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7" name="Google Shape;1587;p78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8" name="Google Shape;1588;p78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9" name="Google Shape;1589;p78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0" name="Google Shape;1590;p78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6" name="Google Shape;1576;p78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1" name="Google Shape;1591;p78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2" name="Google Shape;1592;p78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93" name="Google Shape;1593;p78"/>
          <p:cNvCxnSpPr>
            <a:stCxn id="1576" idx="4"/>
            <a:endCxn id="1591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4" name="Google Shape;1594;p78"/>
          <p:cNvCxnSpPr>
            <a:endCxn id="1592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5" name="Google Shape;1595;p78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4" name="Google Shape;1574;p78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6" name="Google Shape;1596;p78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7" name="Google Shape;1597;p78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8" name="Google Shape;1598;p78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99" name="Google Shape;1599;p78"/>
          <p:cNvCxnSpPr>
            <a:stCxn id="1574" idx="4"/>
            <a:endCxn id="1596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0" name="Google Shape;1600;p78"/>
          <p:cNvCxnSpPr>
            <a:endCxn id="1597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1" name="Google Shape;1601;p78"/>
          <p:cNvCxnSpPr>
            <a:stCxn id="1597" idx="4"/>
            <a:endCxn id="1598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2" name="Google Shape;1602;p78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3" name="Google Shape;1603;p78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4" name="Google Shape;1604;p78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5" name="Google Shape;1605;p78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6" name="Google Shape;1606;p78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7" name="Google Shape;1607;p78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8" name="Google Shape;1608;p78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9" name="Google Shape;1609;p78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0" name="Google Shape;1610;p78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1" name="Google Shape;1611;p78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2" name="Google Shape;1612;p78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3" name="Google Shape;1613;p78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4" name="Google Shape;1614;p78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5" name="Google Shape;1615;p78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6" name="Google Shape;1616;p78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7" name="Google Shape;1617;p78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8" name="Google Shape;1618;p78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9" name="Google Shape;1619;p78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20" name="Google Shape;1620;p78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1" name="Google Shape;1621;p78"/>
          <p:cNvSpPr/>
          <p:nvPr/>
        </p:nvSpPr>
        <p:spPr>
          <a:xfrm rot="10800000">
            <a:off x="5897113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2" name="Google Shape;1622;p78"/>
          <p:cNvSpPr/>
          <p:nvPr/>
        </p:nvSpPr>
        <p:spPr>
          <a:xfrm rot="4720803">
            <a:off x="4282986" y="3905354"/>
            <a:ext cx="336241" cy="3505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7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28" name="Google Shape;1628;p79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29" name="Google Shape;1629;p79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30" name="Google Shape;1630;p79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31" name="Google Shape;1631;p79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2" name="Google Shape;1632;p79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33" name="Google Shape;1633;p79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4" name="Google Shape;1634;p79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5" name="Google Shape;1635;p79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6" name="Google Shape;1636;p79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7" name="Google Shape;1637;p79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8" name="Google Shape;1638;p79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9" name="Google Shape;1639;p79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0" name="Google Shape;1640;p79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41" name="Google Shape;1641;p79"/>
          <p:cNvCxnSpPr>
            <a:stCxn id="1634" idx="2"/>
            <a:endCxn id="1635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2" name="Google Shape;1642;p79"/>
          <p:cNvCxnSpPr>
            <a:stCxn id="1635" idx="2"/>
            <a:endCxn id="1637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3" name="Google Shape;1643;p79"/>
          <p:cNvCxnSpPr>
            <a:stCxn id="1635" idx="6"/>
            <a:endCxn id="1638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4" name="Google Shape;1644;p79"/>
          <p:cNvCxnSpPr>
            <a:endCxn id="1636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5" name="Google Shape;1645;p79"/>
          <p:cNvCxnSpPr>
            <a:stCxn id="1636" idx="4"/>
            <a:endCxn id="1639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6" name="Google Shape;1646;p79"/>
          <p:cNvCxnSpPr>
            <a:stCxn id="1639" idx="4"/>
            <a:endCxn id="1640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7" name="Google Shape;1647;p79"/>
          <p:cNvCxnSpPr>
            <a:stCxn id="1634" idx="5"/>
            <a:endCxn id="1648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9" name="Google Shape;1649;p79"/>
          <p:cNvCxnSpPr>
            <a:stCxn id="1634" idx="6"/>
            <a:endCxn id="1650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51" name="Google Shape;1651;p79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2" name="Google Shape;1652;p79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3" name="Google Shape;1653;p79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4" name="Google Shape;1654;p79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55" name="Google Shape;1655;p79"/>
          <p:cNvCxnSpPr>
            <a:stCxn id="1638" idx="4"/>
            <a:endCxn id="1651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6" name="Google Shape;1656;p79"/>
          <p:cNvCxnSpPr>
            <a:endCxn id="1652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7" name="Google Shape;1657;p79"/>
          <p:cNvCxnSpPr>
            <a:stCxn id="1652" idx="4"/>
            <a:endCxn id="1653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8" name="Google Shape;1658;p79"/>
          <p:cNvCxnSpPr>
            <a:stCxn id="1653" idx="4"/>
            <a:endCxn id="1654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59" name="Google Shape;1659;p79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0" name="Google Shape;1660;p79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1" name="Google Shape;1661;p79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2" name="Google Shape;1662;p79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3" name="Google Shape;1663;p79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4" name="Google Shape;1664;p79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0" name="Google Shape;1650;p79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5" name="Google Shape;1665;p79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6" name="Google Shape;1666;p79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67" name="Google Shape;1667;p79"/>
          <p:cNvCxnSpPr>
            <a:stCxn id="1650" idx="4"/>
            <a:endCxn id="1665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8" name="Google Shape;1668;p79"/>
          <p:cNvCxnSpPr>
            <a:endCxn id="1666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9" name="Google Shape;1669;p79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8" name="Google Shape;1648;p79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0" name="Google Shape;1670;p79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1" name="Google Shape;1671;p79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2" name="Google Shape;1672;p79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73" name="Google Shape;1673;p79"/>
          <p:cNvCxnSpPr>
            <a:stCxn id="1648" idx="4"/>
            <a:endCxn id="1670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4" name="Google Shape;1674;p79"/>
          <p:cNvCxnSpPr>
            <a:endCxn id="1671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5" name="Google Shape;1675;p79"/>
          <p:cNvCxnSpPr>
            <a:stCxn id="1671" idx="4"/>
            <a:endCxn id="1672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76" name="Google Shape;1676;p79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7" name="Google Shape;1677;p79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8" name="Google Shape;1678;p79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9" name="Google Shape;1679;p79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0" name="Google Shape;1680;p79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1" name="Google Shape;1681;p79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2" name="Google Shape;1682;p79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3" name="Google Shape;1683;p79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4" name="Google Shape;1684;p79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5" name="Google Shape;1685;p79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6" name="Google Shape;1686;p79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7" name="Google Shape;1687;p79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8" name="Google Shape;1688;p79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9" name="Google Shape;1689;p79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0" name="Google Shape;1690;p79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1" name="Google Shape;1691;p79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2" name="Google Shape;1692;p79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3" name="Google Shape;1693;p79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94" name="Google Shape;1694;p79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95" name="Google Shape;1695;p79"/>
          <p:cNvSpPr/>
          <p:nvPr/>
        </p:nvSpPr>
        <p:spPr>
          <a:xfrm rot="10800000">
            <a:off x="6600913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6" name="Google Shape;1696;p79"/>
          <p:cNvSpPr/>
          <p:nvPr/>
        </p:nvSpPr>
        <p:spPr>
          <a:xfrm rot="4720803">
            <a:off x="4282986" y="3905354"/>
            <a:ext cx="336241" cy="3505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8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02" name="Google Shape;1702;p80"/>
          <p:cNvGraphicFramePr/>
          <p:nvPr/>
        </p:nvGraphicFramePr>
        <p:xfrm>
          <a:off x="301400" y="704250"/>
          <a:ext cx="1133000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03" name="Google Shape;1703;p80"/>
          <p:cNvGraphicFramePr/>
          <p:nvPr/>
        </p:nvGraphicFramePr>
        <p:xfrm>
          <a:off x="301400" y="1108050"/>
          <a:ext cx="28173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04" name="Google Shape;1704;p80"/>
          <p:cNvGraphicFramePr/>
          <p:nvPr/>
        </p:nvGraphicFramePr>
        <p:xfrm>
          <a:off x="301400" y="1900450"/>
          <a:ext cx="16904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05" name="Google Shape;1705;p80"/>
          <p:cNvGraphicFramePr/>
          <p:nvPr/>
        </p:nvGraphicFramePr>
        <p:xfrm>
          <a:off x="301400" y="2692850"/>
          <a:ext cx="1690425" cy="118863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06" name="Google Shape;1706;p80"/>
          <p:cNvGraphicFramePr/>
          <p:nvPr/>
        </p:nvGraphicFramePr>
        <p:xfrm>
          <a:off x="301400" y="3089050"/>
          <a:ext cx="22539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07" name="Google Shape;1707;p80"/>
          <p:cNvGraphicFramePr/>
          <p:nvPr/>
        </p:nvGraphicFramePr>
        <p:xfrm>
          <a:off x="301400" y="2304250"/>
          <a:ext cx="11330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56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L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08" name="Google Shape;1708;p80"/>
          <p:cNvSpPr/>
          <p:nvPr/>
        </p:nvSpPr>
        <p:spPr>
          <a:xfrm>
            <a:off x="5785025" y="819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9" name="Google Shape;1709;p80"/>
          <p:cNvSpPr/>
          <p:nvPr/>
        </p:nvSpPr>
        <p:spPr>
          <a:xfrm>
            <a:off x="4303500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0" name="Google Shape;1710;p80"/>
          <p:cNvSpPr/>
          <p:nvPr/>
        </p:nvSpPr>
        <p:spPr>
          <a:xfrm>
            <a:off x="5355125" y="8128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1" name="Google Shape;1711;p80"/>
          <p:cNvSpPr/>
          <p:nvPr/>
        </p:nvSpPr>
        <p:spPr>
          <a:xfrm>
            <a:off x="38736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2" name="Google Shape;1712;p80"/>
          <p:cNvSpPr/>
          <p:nvPr/>
        </p:nvSpPr>
        <p:spPr>
          <a:xfrm>
            <a:off x="4659300" y="1562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3" name="Google Shape;1713;p80"/>
          <p:cNvSpPr/>
          <p:nvPr/>
        </p:nvSpPr>
        <p:spPr>
          <a:xfrm>
            <a:off x="5355125" y="154380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4" name="Google Shape;1714;p80"/>
          <p:cNvSpPr/>
          <p:nvPr/>
        </p:nvSpPr>
        <p:spPr>
          <a:xfrm>
            <a:off x="5355125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15" name="Google Shape;1715;p80"/>
          <p:cNvCxnSpPr>
            <a:stCxn id="1708" idx="2"/>
            <a:endCxn id="1709" idx="0"/>
          </p:cNvCxnSpPr>
          <p:nvPr/>
        </p:nvCxnSpPr>
        <p:spPr>
          <a:xfrm flipH="1">
            <a:off x="4518425" y="289700"/>
            <a:ext cx="126660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6" name="Google Shape;1716;p80"/>
          <p:cNvCxnSpPr>
            <a:stCxn id="1709" idx="2"/>
            <a:endCxn id="1711" idx="0"/>
          </p:cNvCxnSpPr>
          <p:nvPr/>
        </p:nvCxnSpPr>
        <p:spPr>
          <a:xfrm flipH="1">
            <a:off x="4088700" y="1020625"/>
            <a:ext cx="2148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7" name="Google Shape;1717;p80"/>
          <p:cNvCxnSpPr>
            <a:stCxn id="1709" idx="6"/>
            <a:endCxn id="1712" idx="0"/>
          </p:cNvCxnSpPr>
          <p:nvPr/>
        </p:nvCxnSpPr>
        <p:spPr>
          <a:xfrm>
            <a:off x="4733400" y="1020625"/>
            <a:ext cx="1410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8" name="Google Shape;1718;p80"/>
          <p:cNvCxnSpPr>
            <a:endCxn id="1710" idx="0"/>
          </p:cNvCxnSpPr>
          <p:nvPr/>
        </p:nvCxnSpPr>
        <p:spPr>
          <a:xfrm flipH="1">
            <a:off x="5570075" y="436675"/>
            <a:ext cx="277800" cy="3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9" name="Google Shape;1719;p80"/>
          <p:cNvCxnSpPr>
            <a:stCxn id="1710" idx="4"/>
            <a:endCxn id="1713" idx="0"/>
          </p:cNvCxnSpPr>
          <p:nvPr/>
        </p:nvCxnSpPr>
        <p:spPr>
          <a:xfrm>
            <a:off x="5570075" y="12283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0" name="Google Shape;1720;p80"/>
          <p:cNvCxnSpPr>
            <a:stCxn id="1713" idx="4"/>
            <a:endCxn id="1714" idx="0"/>
          </p:cNvCxnSpPr>
          <p:nvPr/>
        </p:nvCxnSpPr>
        <p:spPr>
          <a:xfrm>
            <a:off x="5570075" y="1959300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1" name="Google Shape;1721;p80"/>
          <p:cNvCxnSpPr>
            <a:stCxn id="1708" idx="5"/>
            <a:endCxn id="1722" idx="0"/>
          </p:cNvCxnSpPr>
          <p:nvPr/>
        </p:nvCxnSpPr>
        <p:spPr>
          <a:xfrm>
            <a:off x="6151968" y="436601"/>
            <a:ext cx="265200" cy="3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3" name="Google Shape;1723;p80"/>
          <p:cNvCxnSpPr>
            <a:stCxn id="1708" idx="6"/>
            <a:endCxn id="1724" idx="0"/>
          </p:cNvCxnSpPr>
          <p:nvPr/>
        </p:nvCxnSpPr>
        <p:spPr>
          <a:xfrm>
            <a:off x="6214925" y="289700"/>
            <a:ext cx="1185900" cy="54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25" name="Google Shape;1725;p80"/>
          <p:cNvSpPr/>
          <p:nvPr/>
        </p:nvSpPr>
        <p:spPr>
          <a:xfrm>
            <a:off x="46593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6" name="Google Shape;1726;p80"/>
          <p:cNvSpPr/>
          <p:nvPr/>
        </p:nvSpPr>
        <p:spPr>
          <a:xfrm>
            <a:off x="3847500" y="22747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7" name="Google Shape;1727;p80"/>
          <p:cNvSpPr/>
          <p:nvPr/>
        </p:nvSpPr>
        <p:spPr>
          <a:xfrm>
            <a:off x="3847500" y="29871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8" name="Google Shape;1728;p80"/>
          <p:cNvSpPr/>
          <p:nvPr/>
        </p:nvSpPr>
        <p:spPr>
          <a:xfrm>
            <a:off x="3847500" y="36996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29" name="Google Shape;1729;p80"/>
          <p:cNvCxnSpPr>
            <a:stCxn id="1712" idx="4"/>
            <a:endCxn id="1725" idx="0"/>
          </p:cNvCxnSpPr>
          <p:nvPr/>
        </p:nvCxnSpPr>
        <p:spPr>
          <a:xfrm>
            <a:off x="4874250" y="19777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0" name="Google Shape;1730;p80"/>
          <p:cNvCxnSpPr>
            <a:endCxn id="1726" idx="0"/>
          </p:cNvCxnSpPr>
          <p:nvPr/>
        </p:nvCxnSpPr>
        <p:spPr>
          <a:xfrm flipH="1">
            <a:off x="4062450" y="1977725"/>
            <a:ext cx="2610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1" name="Google Shape;1731;p80"/>
          <p:cNvCxnSpPr>
            <a:stCxn id="1726" idx="4"/>
            <a:endCxn id="1727" idx="0"/>
          </p:cNvCxnSpPr>
          <p:nvPr/>
        </p:nvCxnSpPr>
        <p:spPr>
          <a:xfrm>
            <a:off x="4062450" y="269022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2" name="Google Shape;1732;p80"/>
          <p:cNvCxnSpPr>
            <a:stCxn id="1727" idx="4"/>
            <a:endCxn id="1728" idx="0"/>
          </p:cNvCxnSpPr>
          <p:nvPr/>
        </p:nvCxnSpPr>
        <p:spPr>
          <a:xfrm>
            <a:off x="4062450" y="3402675"/>
            <a:ext cx="0" cy="29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3" name="Google Shape;1733;p80"/>
          <p:cNvSpPr/>
          <p:nvPr/>
        </p:nvSpPr>
        <p:spPr>
          <a:xfrm>
            <a:off x="3904800" y="1596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4" name="Google Shape;1734;p80"/>
          <p:cNvSpPr/>
          <p:nvPr/>
        </p:nvSpPr>
        <p:spPr>
          <a:xfrm>
            <a:off x="4690500" y="159685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5" name="Google Shape;1735;p80"/>
          <p:cNvSpPr/>
          <p:nvPr/>
        </p:nvSpPr>
        <p:spPr>
          <a:xfrm>
            <a:off x="4690500" y="2309200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6" name="Google Shape;1736;p80"/>
          <p:cNvSpPr/>
          <p:nvPr/>
        </p:nvSpPr>
        <p:spPr>
          <a:xfrm>
            <a:off x="3878700" y="37341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7" name="Google Shape;1737;p80"/>
          <p:cNvSpPr/>
          <p:nvPr/>
        </p:nvSpPr>
        <p:spPr>
          <a:xfrm>
            <a:off x="5386325" y="23092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8" name="Google Shape;1738;p80"/>
          <p:cNvSpPr/>
          <p:nvPr/>
        </p:nvSpPr>
        <p:spPr>
          <a:xfrm>
            <a:off x="5386325" y="1578238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4" name="Google Shape;1724;p80"/>
          <p:cNvSpPr/>
          <p:nvPr/>
        </p:nvSpPr>
        <p:spPr>
          <a:xfrm>
            <a:off x="7185800" y="8314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9" name="Google Shape;1739;p80"/>
          <p:cNvSpPr/>
          <p:nvPr/>
        </p:nvSpPr>
        <p:spPr>
          <a:xfrm>
            <a:off x="7185800" y="15623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0" name="Google Shape;1740;p80"/>
          <p:cNvSpPr/>
          <p:nvPr/>
        </p:nvSpPr>
        <p:spPr>
          <a:xfrm>
            <a:off x="7185800" y="2293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41" name="Google Shape;1741;p80"/>
          <p:cNvCxnSpPr>
            <a:stCxn id="1724" idx="4"/>
            <a:endCxn id="1739" idx="0"/>
          </p:cNvCxnSpPr>
          <p:nvPr/>
        </p:nvCxnSpPr>
        <p:spPr>
          <a:xfrm>
            <a:off x="7400750" y="12469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2" name="Google Shape;1742;p80"/>
          <p:cNvCxnSpPr>
            <a:endCxn id="1740" idx="0"/>
          </p:cNvCxnSpPr>
          <p:nvPr/>
        </p:nvCxnSpPr>
        <p:spPr>
          <a:xfrm>
            <a:off x="7400750" y="19779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3" name="Google Shape;1743;p80"/>
          <p:cNvSpPr/>
          <p:nvPr/>
        </p:nvSpPr>
        <p:spPr>
          <a:xfrm>
            <a:off x="7217000" y="2327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2" name="Google Shape;1722;p80"/>
          <p:cNvSpPr/>
          <p:nvPr/>
        </p:nvSpPr>
        <p:spPr>
          <a:xfrm>
            <a:off x="6202213" y="8221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4" name="Google Shape;1744;p80"/>
          <p:cNvSpPr/>
          <p:nvPr/>
        </p:nvSpPr>
        <p:spPr>
          <a:xfrm>
            <a:off x="6202213" y="1553050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5" name="Google Shape;1745;p80"/>
          <p:cNvSpPr/>
          <p:nvPr/>
        </p:nvSpPr>
        <p:spPr>
          <a:xfrm>
            <a:off x="6202213" y="22839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6" name="Google Shape;1746;p80"/>
          <p:cNvSpPr/>
          <p:nvPr/>
        </p:nvSpPr>
        <p:spPr>
          <a:xfrm>
            <a:off x="6202213" y="3014900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47" name="Google Shape;1747;p80"/>
          <p:cNvCxnSpPr>
            <a:stCxn id="1722" idx="4"/>
            <a:endCxn id="1744" idx="0"/>
          </p:cNvCxnSpPr>
          <p:nvPr/>
        </p:nvCxnSpPr>
        <p:spPr>
          <a:xfrm>
            <a:off x="6417163" y="123762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8" name="Google Shape;1748;p80"/>
          <p:cNvCxnSpPr>
            <a:endCxn id="1745" idx="0"/>
          </p:cNvCxnSpPr>
          <p:nvPr/>
        </p:nvCxnSpPr>
        <p:spPr>
          <a:xfrm>
            <a:off x="6417163" y="19686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9" name="Google Shape;1749;p80"/>
          <p:cNvCxnSpPr>
            <a:stCxn id="1745" idx="4"/>
            <a:endCxn id="1746" idx="0"/>
          </p:cNvCxnSpPr>
          <p:nvPr/>
        </p:nvCxnSpPr>
        <p:spPr>
          <a:xfrm>
            <a:off x="6417163" y="2699475"/>
            <a:ext cx="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0" name="Google Shape;1750;p80"/>
          <p:cNvSpPr/>
          <p:nvPr/>
        </p:nvSpPr>
        <p:spPr>
          <a:xfrm>
            <a:off x="6233413" y="3049400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1" name="Google Shape;1751;p80"/>
          <p:cNvSpPr txBox="1"/>
          <p:nvPr/>
        </p:nvSpPr>
        <p:spPr>
          <a:xfrm>
            <a:off x="4735350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2" name="Google Shape;1752;p80"/>
          <p:cNvSpPr txBox="1"/>
          <p:nvPr/>
        </p:nvSpPr>
        <p:spPr>
          <a:xfrm>
            <a:off x="3847500" y="10206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3" name="Google Shape;1753;p80"/>
          <p:cNvSpPr txBox="1"/>
          <p:nvPr/>
        </p:nvSpPr>
        <p:spPr>
          <a:xfrm>
            <a:off x="3595800" y="19431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4" name="Google Shape;1754;p80"/>
          <p:cNvSpPr txBox="1"/>
          <p:nvPr/>
        </p:nvSpPr>
        <p:spPr>
          <a:xfrm>
            <a:off x="35958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5" name="Google Shape;1755;p80"/>
          <p:cNvSpPr txBox="1"/>
          <p:nvPr/>
        </p:nvSpPr>
        <p:spPr>
          <a:xfrm>
            <a:off x="3595800" y="33587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6" name="Google Shape;1756;p80"/>
          <p:cNvSpPr txBox="1"/>
          <p:nvPr/>
        </p:nvSpPr>
        <p:spPr>
          <a:xfrm>
            <a:off x="4518413" y="12028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7" name="Google Shape;1757;p80"/>
          <p:cNvSpPr txBox="1"/>
          <p:nvPr/>
        </p:nvSpPr>
        <p:spPr>
          <a:xfrm>
            <a:off x="4449963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8" name="Google Shape;1758;p80"/>
          <p:cNvSpPr txBox="1"/>
          <p:nvPr/>
        </p:nvSpPr>
        <p:spPr>
          <a:xfrm>
            <a:off x="535512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l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9" name="Google Shape;1759;p80"/>
          <p:cNvSpPr txBox="1"/>
          <p:nvPr/>
        </p:nvSpPr>
        <p:spPr>
          <a:xfrm>
            <a:off x="5190738" y="11935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0" name="Google Shape;1760;p80"/>
          <p:cNvSpPr txBox="1"/>
          <p:nvPr/>
        </p:nvSpPr>
        <p:spPr>
          <a:xfrm>
            <a:off x="5221438" y="192450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1" name="Google Shape;1761;p80"/>
          <p:cNvSpPr txBox="1"/>
          <p:nvPr/>
        </p:nvSpPr>
        <p:spPr>
          <a:xfrm>
            <a:off x="6436675" y="427850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2" name="Google Shape;1762;p80"/>
          <p:cNvSpPr txBox="1"/>
          <p:nvPr/>
        </p:nvSpPr>
        <p:spPr>
          <a:xfrm>
            <a:off x="6534000" y="119356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d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3" name="Google Shape;1763;p80"/>
          <p:cNvSpPr txBox="1"/>
          <p:nvPr/>
        </p:nvSpPr>
        <p:spPr>
          <a:xfrm>
            <a:off x="6534000" y="1933813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4" name="Google Shape;1764;p80"/>
          <p:cNvSpPr txBox="1"/>
          <p:nvPr/>
        </p:nvSpPr>
        <p:spPr>
          <a:xfrm>
            <a:off x="6534000" y="26462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5" name="Google Shape;1765;p80"/>
          <p:cNvSpPr txBox="1"/>
          <p:nvPr/>
        </p:nvSpPr>
        <p:spPr>
          <a:xfrm>
            <a:off x="6936213" y="2203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g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6" name="Google Shape;1766;p80"/>
          <p:cNvSpPr txBox="1"/>
          <p:nvPr/>
        </p:nvSpPr>
        <p:spPr>
          <a:xfrm>
            <a:off x="7507125" y="121212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7" name="Google Shape;1767;p80"/>
          <p:cNvSpPr txBox="1"/>
          <p:nvPr/>
        </p:nvSpPr>
        <p:spPr>
          <a:xfrm>
            <a:off x="7507125" y="1952475"/>
            <a:ext cx="27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Lato"/>
                <a:ea typeface="Lato"/>
                <a:cs typeface="Lato"/>
                <a:sym typeface="Lato"/>
              </a:rPr>
              <a:t>t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68" name="Google Shape;1768;p80"/>
          <p:cNvGraphicFramePr/>
          <p:nvPr/>
        </p:nvGraphicFramePr>
        <p:xfrm>
          <a:off x="2647200" y="4232150"/>
          <a:ext cx="616252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6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D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M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69" name="Google Shape;1769;p80"/>
          <p:cNvSpPr/>
          <p:nvPr/>
        </p:nvSpPr>
        <p:spPr>
          <a:xfrm rot="10800000">
            <a:off x="7279388" y="4628350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0" name="Google Shape;1770;p80"/>
          <p:cNvSpPr/>
          <p:nvPr/>
        </p:nvSpPr>
        <p:spPr>
          <a:xfrm rot="4720803">
            <a:off x="4282986" y="3905354"/>
            <a:ext cx="336241" cy="35059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81"/>
          <p:cNvSpPr txBox="1">
            <a:spLocks noGrp="1"/>
          </p:cNvSpPr>
          <p:nvPr>
            <p:ph type="ctrTitle" idx="4294967295"/>
          </p:nvPr>
        </p:nvSpPr>
        <p:spPr>
          <a:xfrm>
            <a:off x="191075" y="183000"/>
            <a:ext cx="86253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Analicemos este nuevo algoritmo</a:t>
            </a:r>
            <a:endParaRPr sz="4100"/>
          </a:p>
        </p:txBody>
      </p:sp>
      <p:sp>
        <p:nvSpPr>
          <p:cNvPr id="1776" name="Google Shape;1776;p81"/>
          <p:cNvSpPr txBox="1"/>
          <p:nvPr/>
        </p:nvSpPr>
        <p:spPr>
          <a:xfrm>
            <a:off x="1204050" y="1017150"/>
            <a:ext cx="67359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Suponiendo que ya tenemos el trie ¿Cuánto tiempo tarda en encontrar todas las coincidencias?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caracter de T, comparamos como mucho la misma cantidad de caracteres en la rama más profunda del trie.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Complejidad temporal: O(mL</a:t>
            </a:r>
            <a:r>
              <a:rPr lang="es" sz="18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), donde L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es la longitud del pattern string más largo.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el caso de que L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sea mucho más chico que n, este es un gran avance a comparación de la solución trivial. 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7" name="Google Shape;1777;p81"/>
          <p:cNvSpPr txBox="1"/>
          <p:nvPr/>
        </p:nvSpPr>
        <p:spPr>
          <a:xfrm>
            <a:off x="2097749" y="4126350"/>
            <a:ext cx="497507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rgbClr val="990000"/>
                </a:solidFill>
                <a:latin typeface="Lato"/>
                <a:ea typeface="Lato"/>
                <a:cs typeface="Lato"/>
                <a:sym typeface="Lato"/>
              </a:rPr>
              <a:t>¿Cuánto tiempo nos lleva armar el trie?</a:t>
            </a:r>
            <a:endParaRPr sz="2200" dirty="0">
              <a:solidFill>
                <a:srgbClr val="99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82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783" name="Google Shape;1783;p82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83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789" name="Google Shape;1789;p83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90" name="Google Shape;1790;p83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91" name="Google Shape;1791;p83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84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797" name="Google Shape;1797;p84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98" name="Google Shape;1798;p84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99" name="Google Shape;1799;p84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00" name="Google Shape;1800;p84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85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806" name="Google Shape;1806;p85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07" name="Google Shape;1807;p85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08" name="Google Shape;1808;p85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09" name="Google Shape;1809;p85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0" name="Google Shape;1810;p85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11" name="Google Shape;1811;p85"/>
          <p:cNvCxnSpPr>
            <a:endCxn id="1810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2" name="Google Shape;1812;p85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86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818" name="Google Shape;1818;p86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19" name="Google Shape;1819;p86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20" name="Google Shape;1820;p86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21" name="Google Shape;1821;p86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2" name="Google Shape;1822;p86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23" name="Google Shape;1823;p86"/>
          <p:cNvCxnSpPr>
            <a:endCxn id="1822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4" name="Google Shape;1824;p86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5" name="Google Shape;1825;p86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26" name="Google Shape;1826;p86"/>
          <p:cNvCxnSpPr>
            <a:stCxn id="1822" idx="6"/>
            <a:endCxn id="1825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7" name="Google Shape;1827;p86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87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833" name="Google Shape;1833;p87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34" name="Google Shape;1834;p87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35" name="Google Shape;1835;p87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6" name="Google Shape;1836;p87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7" name="Google Shape;1837;p87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38" name="Google Shape;1838;p87"/>
          <p:cNvCxnSpPr>
            <a:endCxn id="1837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9" name="Google Shape;1839;p87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0" name="Google Shape;1840;p87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41" name="Google Shape;1841;p87"/>
          <p:cNvCxnSpPr>
            <a:stCxn id="1837" idx="6"/>
            <a:endCxn id="1840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2" name="Google Shape;1842;p87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3" name="Google Shape;1843;p87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44" name="Google Shape;1844;p87"/>
          <p:cNvCxnSpPr>
            <a:stCxn id="1840" idx="6"/>
            <a:endCxn id="1843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5" name="Google Shape;1845;p87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6" name="Google Shape;1846;p87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88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852" name="Google Shape;1852;p88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53" name="Google Shape;1853;p88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54" name="Google Shape;1854;p88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55" name="Google Shape;1855;p88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6" name="Google Shape;1856;p88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57" name="Google Shape;1857;p88"/>
          <p:cNvCxnSpPr>
            <a:endCxn id="1856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58" name="Google Shape;1858;p88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9" name="Google Shape;1859;p88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60" name="Google Shape;1860;p88"/>
          <p:cNvCxnSpPr>
            <a:stCxn id="1856" idx="6"/>
            <a:endCxn id="1859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1" name="Google Shape;1861;p88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2" name="Google Shape;1862;p88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63" name="Google Shape;1863;p88"/>
          <p:cNvCxnSpPr>
            <a:stCxn id="1859" idx="6"/>
            <a:endCxn id="1862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4" name="Google Shape;1864;p88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5" name="Google Shape;1865;p88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66" name="Google Shape;1866;p88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89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872" name="Google Shape;1872;p89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73" name="Google Shape;1873;p89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74" name="Google Shape;1874;p89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75" name="Google Shape;1875;p89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6" name="Google Shape;1876;p89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77" name="Google Shape;1877;p89"/>
          <p:cNvCxnSpPr>
            <a:endCxn id="1876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78" name="Google Shape;1878;p89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9" name="Google Shape;1879;p89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80" name="Google Shape;1880;p89"/>
          <p:cNvCxnSpPr>
            <a:stCxn id="1876" idx="6"/>
            <a:endCxn id="1879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1" name="Google Shape;1881;p89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2" name="Google Shape;1882;p89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83" name="Google Shape;1883;p89"/>
          <p:cNvCxnSpPr>
            <a:stCxn id="1879" idx="6"/>
            <a:endCxn id="1882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4" name="Google Shape;1884;p89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5" name="Google Shape;1885;p89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86" name="Google Shape;1886;p89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90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892" name="Google Shape;1892;p90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93" name="Google Shape;1893;p90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94" name="Google Shape;1894;p90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95" name="Google Shape;1895;p90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6" name="Google Shape;1896;p90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97" name="Google Shape;1897;p90"/>
          <p:cNvCxnSpPr>
            <a:endCxn id="1896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8" name="Google Shape;1898;p90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9" name="Google Shape;1899;p90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00" name="Google Shape;1900;p90"/>
          <p:cNvCxnSpPr>
            <a:stCxn id="1896" idx="6"/>
            <a:endCxn id="1899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1" name="Google Shape;1901;p90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2" name="Google Shape;1902;p90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03" name="Google Shape;1903;p90"/>
          <p:cNvCxnSpPr>
            <a:stCxn id="1899" idx="6"/>
            <a:endCxn id="1902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4" name="Google Shape;1904;p90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5" name="Google Shape;1905;p90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06" name="Google Shape;1906;p90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91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912" name="Google Shape;1912;p91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13" name="Google Shape;1913;p91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4" name="Google Shape;1914;p91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15" name="Google Shape;1915;p91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6" name="Google Shape;1916;p91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17" name="Google Shape;1917;p91"/>
          <p:cNvCxnSpPr>
            <a:endCxn id="1916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8" name="Google Shape;1918;p91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9" name="Google Shape;1919;p91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20" name="Google Shape;1920;p91"/>
          <p:cNvCxnSpPr>
            <a:stCxn id="1916" idx="6"/>
            <a:endCxn id="1919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1" name="Google Shape;1921;p91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2" name="Google Shape;1922;p91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23" name="Google Shape;1923;p91"/>
          <p:cNvCxnSpPr>
            <a:stCxn id="1919" idx="6"/>
            <a:endCxn id="1922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4" name="Google Shape;1924;p91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5" name="Google Shape;1925;p91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26" name="Google Shape;1926;p91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27" name="Google Shape;1927;p91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28" name="Google Shape;1928;p91"/>
          <p:cNvCxnSpPr>
            <a:stCxn id="1916" idx="4"/>
            <a:endCxn id="1927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9" name="Google Shape;1929;p91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0" name="Google Shape;1930;p91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92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936" name="Google Shape;1936;p92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37" name="Google Shape;1937;p92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38" name="Google Shape;1938;p92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39" name="Google Shape;1939;p92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0" name="Google Shape;1940;p92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41" name="Google Shape;1941;p92"/>
          <p:cNvCxnSpPr>
            <a:endCxn id="1940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2" name="Google Shape;1942;p92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3" name="Google Shape;1943;p92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44" name="Google Shape;1944;p92"/>
          <p:cNvCxnSpPr>
            <a:stCxn id="1940" idx="6"/>
            <a:endCxn id="1943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5" name="Google Shape;1945;p92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6" name="Google Shape;1946;p92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47" name="Google Shape;1947;p92"/>
          <p:cNvCxnSpPr>
            <a:stCxn id="1943" idx="6"/>
            <a:endCxn id="1946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8" name="Google Shape;1948;p92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9" name="Google Shape;1949;p92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50" name="Google Shape;1950;p92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51" name="Google Shape;1951;p92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52" name="Google Shape;1952;p92"/>
          <p:cNvCxnSpPr>
            <a:stCxn id="1940" idx="4"/>
            <a:endCxn id="1951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3" name="Google Shape;1953;p92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4" name="Google Shape;1954;p92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55" name="Google Shape;1955;p92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93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961" name="Google Shape;1961;p93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62" name="Google Shape;1962;p93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63" name="Google Shape;1963;p93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64" name="Google Shape;1964;p93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5" name="Google Shape;1965;p93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66" name="Google Shape;1966;p93"/>
          <p:cNvCxnSpPr>
            <a:endCxn id="1965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7" name="Google Shape;1967;p93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8" name="Google Shape;1968;p93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69" name="Google Shape;1969;p93"/>
          <p:cNvCxnSpPr>
            <a:stCxn id="1965" idx="6"/>
            <a:endCxn id="1968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0" name="Google Shape;1970;p93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1" name="Google Shape;1971;p93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72" name="Google Shape;1972;p93"/>
          <p:cNvCxnSpPr>
            <a:stCxn id="1968" idx="6"/>
            <a:endCxn id="1971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3" name="Google Shape;1973;p93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4" name="Google Shape;1974;p93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75" name="Google Shape;1975;p93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76" name="Google Shape;1976;p93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77" name="Google Shape;1977;p93"/>
          <p:cNvCxnSpPr>
            <a:stCxn id="1965" idx="4"/>
            <a:endCxn id="1976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8" name="Google Shape;1978;p93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9" name="Google Shape;1979;p93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80" name="Google Shape;1980;p93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94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1986" name="Google Shape;1986;p94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87" name="Google Shape;1987;p94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88" name="Google Shape;1988;p94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89" name="Google Shape;1989;p94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0" name="Google Shape;1990;p94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91" name="Google Shape;1991;p94"/>
          <p:cNvCxnSpPr>
            <a:endCxn id="1990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2" name="Google Shape;1992;p94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3" name="Google Shape;1993;p94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94" name="Google Shape;1994;p94"/>
          <p:cNvCxnSpPr>
            <a:stCxn id="1990" idx="6"/>
            <a:endCxn id="1993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5" name="Google Shape;1995;p94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6" name="Google Shape;1996;p94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97" name="Google Shape;1997;p94"/>
          <p:cNvCxnSpPr>
            <a:stCxn id="1993" idx="6"/>
            <a:endCxn id="1996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8" name="Google Shape;1998;p94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9" name="Google Shape;1999;p94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00" name="Google Shape;2000;p94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01" name="Google Shape;2001;p94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2" name="Google Shape;2002;p94"/>
          <p:cNvCxnSpPr>
            <a:stCxn id="1990" idx="4"/>
            <a:endCxn id="2001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03" name="Google Shape;2003;p94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4" name="Google Shape;2004;p94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05" name="Google Shape;2005;p94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95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2011" name="Google Shape;2011;p95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12" name="Google Shape;2012;p95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13" name="Google Shape;2013;p95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14" name="Google Shape;2014;p95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5" name="Google Shape;2015;p95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16" name="Google Shape;2016;p95"/>
          <p:cNvCxnSpPr>
            <a:endCxn id="2015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7" name="Google Shape;2017;p95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8" name="Google Shape;2018;p95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19" name="Google Shape;2019;p95"/>
          <p:cNvCxnSpPr>
            <a:stCxn id="2015" idx="6"/>
            <a:endCxn id="2018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0" name="Google Shape;2020;p95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1" name="Google Shape;2021;p95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22" name="Google Shape;2022;p95"/>
          <p:cNvCxnSpPr>
            <a:stCxn id="2018" idx="6"/>
            <a:endCxn id="2021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3" name="Google Shape;2023;p95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4" name="Google Shape;2024;p95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25" name="Google Shape;2025;p95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6" name="Google Shape;2026;p95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27" name="Google Shape;2027;p95"/>
          <p:cNvCxnSpPr>
            <a:stCxn id="2015" idx="4"/>
            <a:endCxn id="2026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8" name="Google Shape;2028;p95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9" name="Google Shape;2029;p95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30" name="Google Shape;2030;p95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31" name="Google Shape;2031;p95"/>
          <p:cNvSpPr/>
          <p:nvPr/>
        </p:nvSpPr>
        <p:spPr>
          <a:xfrm>
            <a:off x="4927700" y="2373600"/>
            <a:ext cx="382800" cy="3963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96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2037" name="Google Shape;2037;p96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38" name="Google Shape;2038;p96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39" name="Google Shape;2039;p96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0" name="Google Shape;2040;p96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1" name="Google Shape;2041;p96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2" name="Google Shape;2042;p96"/>
          <p:cNvCxnSpPr>
            <a:endCxn id="2041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3" name="Google Shape;2043;p96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4" name="Google Shape;2044;p96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5" name="Google Shape;2045;p96"/>
          <p:cNvCxnSpPr>
            <a:stCxn id="2041" idx="6"/>
            <a:endCxn id="2044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6" name="Google Shape;2046;p96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7" name="Google Shape;2047;p96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8" name="Google Shape;2048;p96"/>
          <p:cNvCxnSpPr>
            <a:stCxn id="2044" idx="6"/>
            <a:endCxn id="2047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9" name="Google Shape;2049;p96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0" name="Google Shape;2050;p96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51" name="Google Shape;2051;p96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2" name="Google Shape;2052;p96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53" name="Google Shape;2053;p96"/>
          <p:cNvCxnSpPr>
            <a:stCxn id="2041" idx="4"/>
            <a:endCxn id="2052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4" name="Google Shape;2054;p96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5" name="Google Shape;2055;p96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56" name="Google Shape;2056;p96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7" name="Google Shape;2057;p96"/>
          <p:cNvSpPr/>
          <p:nvPr/>
        </p:nvSpPr>
        <p:spPr>
          <a:xfrm>
            <a:off x="4927700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58" name="Google Shape;2058;p96"/>
          <p:cNvGraphicFramePr/>
          <p:nvPr/>
        </p:nvGraphicFramePr>
        <p:xfrm>
          <a:off x="848775" y="39285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B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97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2064" name="Google Shape;2064;p97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65" name="Google Shape;2065;p97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66" name="Google Shape;2066;p97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7" name="Google Shape;2067;p97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8" name="Google Shape;2068;p97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69" name="Google Shape;2069;p97"/>
          <p:cNvCxnSpPr>
            <a:endCxn id="2068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0" name="Google Shape;2070;p97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1" name="Google Shape;2071;p97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72" name="Google Shape;2072;p97"/>
          <p:cNvCxnSpPr>
            <a:stCxn id="2068" idx="6"/>
            <a:endCxn id="2071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3" name="Google Shape;2073;p97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4" name="Google Shape;2074;p97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75" name="Google Shape;2075;p97"/>
          <p:cNvCxnSpPr>
            <a:stCxn id="2071" idx="6"/>
            <a:endCxn id="2074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6" name="Google Shape;2076;p97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7" name="Google Shape;2077;p97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78" name="Google Shape;2078;p97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79" name="Google Shape;2079;p97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0" name="Google Shape;2080;p97"/>
          <p:cNvCxnSpPr>
            <a:stCxn id="2068" idx="4"/>
            <a:endCxn id="2079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1" name="Google Shape;2081;p97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2" name="Google Shape;2082;p97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83" name="Google Shape;2083;p97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84" name="Google Shape;2084;p97"/>
          <p:cNvSpPr/>
          <p:nvPr/>
        </p:nvSpPr>
        <p:spPr>
          <a:xfrm>
            <a:off x="4927700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85" name="Google Shape;2085;p97"/>
          <p:cNvGraphicFramePr/>
          <p:nvPr/>
        </p:nvGraphicFramePr>
        <p:xfrm>
          <a:off x="848775" y="39285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B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98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2091" name="Google Shape;2091;p98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92" name="Google Shape;2092;p98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93" name="Google Shape;2093;p98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94" name="Google Shape;2094;p98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5" name="Google Shape;2095;p98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96" name="Google Shape;2096;p98"/>
          <p:cNvCxnSpPr>
            <a:endCxn id="2095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7" name="Google Shape;2097;p98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8" name="Google Shape;2098;p98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99" name="Google Shape;2099;p98"/>
          <p:cNvCxnSpPr>
            <a:stCxn id="2095" idx="6"/>
            <a:endCxn id="2098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0" name="Google Shape;2100;p98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1" name="Google Shape;2101;p98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02" name="Google Shape;2102;p98"/>
          <p:cNvCxnSpPr>
            <a:stCxn id="2098" idx="6"/>
            <a:endCxn id="2101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3" name="Google Shape;2103;p98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4" name="Google Shape;2104;p98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05" name="Google Shape;2105;p98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6" name="Google Shape;2106;p98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07" name="Google Shape;2107;p98"/>
          <p:cNvCxnSpPr>
            <a:stCxn id="2095" idx="4"/>
            <a:endCxn id="2106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8" name="Google Shape;2108;p98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9" name="Google Shape;2109;p98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10" name="Google Shape;2110;p98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1" name="Google Shape;2111;p98"/>
          <p:cNvSpPr/>
          <p:nvPr/>
        </p:nvSpPr>
        <p:spPr>
          <a:xfrm>
            <a:off x="4927700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12" name="Google Shape;2112;p98"/>
          <p:cNvGraphicFramePr/>
          <p:nvPr/>
        </p:nvGraphicFramePr>
        <p:xfrm>
          <a:off x="848775" y="39285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B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3" name="Google Shape;2113;p98"/>
          <p:cNvSpPr/>
          <p:nvPr/>
        </p:nvSpPr>
        <p:spPr>
          <a:xfrm>
            <a:off x="3685150" y="4048125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14" name="Google Shape;2114;p98"/>
          <p:cNvCxnSpPr>
            <a:stCxn id="2094" idx="4"/>
            <a:endCxn id="2113" idx="2"/>
          </p:cNvCxnSpPr>
          <p:nvPr/>
        </p:nvCxnSpPr>
        <p:spPr>
          <a:xfrm rot="-5400000" flipH="1">
            <a:off x="3038500" y="3668075"/>
            <a:ext cx="631500" cy="662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15" name="Google Shape;2115;p98"/>
          <p:cNvSpPr txBox="1"/>
          <p:nvPr/>
        </p:nvSpPr>
        <p:spPr>
          <a:xfrm>
            <a:off x="2970550" y="421005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b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99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2121" name="Google Shape;2121;p99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22" name="Google Shape;2122;p99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23" name="Google Shape;2123;p99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24" name="Google Shape;2124;p99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5" name="Google Shape;2125;p99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26" name="Google Shape;2126;p99"/>
          <p:cNvCxnSpPr>
            <a:endCxn id="2125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7" name="Google Shape;2127;p99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8" name="Google Shape;2128;p99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29" name="Google Shape;2129;p99"/>
          <p:cNvCxnSpPr>
            <a:stCxn id="2125" idx="6"/>
            <a:endCxn id="2128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0" name="Google Shape;2130;p99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1" name="Google Shape;2131;p99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32" name="Google Shape;2132;p99"/>
          <p:cNvCxnSpPr>
            <a:stCxn id="2128" idx="6"/>
            <a:endCxn id="2131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3" name="Google Shape;2133;p99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4" name="Google Shape;2134;p99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35" name="Google Shape;2135;p99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36" name="Google Shape;2136;p99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37" name="Google Shape;2137;p99"/>
          <p:cNvCxnSpPr>
            <a:stCxn id="2125" idx="4"/>
            <a:endCxn id="2136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8" name="Google Shape;2138;p99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9" name="Google Shape;2139;p99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40" name="Google Shape;2140;p99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41" name="Google Shape;2141;p99"/>
          <p:cNvSpPr/>
          <p:nvPr/>
        </p:nvSpPr>
        <p:spPr>
          <a:xfrm>
            <a:off x="4927700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42" name="Google Shape;2142;p99"/>
          <p:cNvGraphicFramePr/>
          <p:nvPr/>
        </p:nvGraphicFramePr>
        <p:xfrm>
          <a:off x="848775" y="39285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B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43" name="Google Shape;2143;p99"/>
          <p:cNvSpPr/>
          <p:nvPr/>
        </p:nvSpPr>
        <p:spPr>
          <a:xfrm>
            <a:off x="3685150" y="404812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4" name="Google Shape;2144;p99"/>
          <p:cNvCxnSpPr>
            <a:stCxn id="2124" idx="4"/>
            <a:endCxn id="2143" idx="2"/>
          </p:cNvCxnSpPr>
          <p:nvPr/>
        </p:nvCxnSpPr>
        <p:spPr>
          <a:xfrm rot="-5400000" flipH="1">
            <a:off x="3038500" y="3668075"/>
            <a:ext cx="631500" cy="662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5" name="Google Shape;2145;p99"/>
          <p:cNvSpPr txBox="1"/>
          <p:nvPr/>
        </p:nvSpPr>
        <p:spPr>
          <a:xfrm>
            <a:off x="2970550" y="421005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b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6" name="Google Shape;2146;p99"/>
          <p:cNvSpPr/>
          <p:nvPr/>
        </p:nvSpPr>
        <p:spPr>
          <a:xfrm>
            <a:off x="4866675" y="4063450"/>
            <a:ext cx="504900" cy="5334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7" name="Google Shape;2147;p99"/>
          <p:cNvSpPr/>
          <p:nvPr/>
        </p:nvSpPr>
        <p:spPr>
          <a:xfrm>
            <a:off x="4927725" y="4132000"/>
            <a:ext cx="382800" cy="3963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8" name="Google Shape;2148;p99"/>
          <p:cNvCxnSpPr>
            <a:stCxn id="2143" idx="6"/>
            <a:endCxn id="2146" idx="2"/>
          </p:cNvCxnSpPr>
          <p:nvPr/>
        </p:nvCxnSpPr>
        <p:spPr>
          <a:xfrm>
            <a:off x="4190050" y="4314825"/>
            <a:ext cx="676500" cy="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9" name="Google Shape;2149;p99"/>
          <p:cNvSpPr txBox="1"/>
          <p:nvPr/>
        </p:nvSpPr>
        <p:spPr>
          <a:xfrm>
            <a:off x="4336963" y="42016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00"/>
          <p:cNvSpPr txBox="1">
            <a:spLocks noGrp="1"/>
          </p:cNvSpPr>
          <p:nvPr>
            <p:ph type="ctrTitle" idx="4294967295"/>
          </p:nvPr>
        </p:nvSpPr>
        <p:spPr>
          <a:xfrm>
            <a:off x="1800600" y="242275"/>
            <a:ext cx="5542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Construcción del Trie</a:t>
            </a:r>
            <a:endParaRPr sz="4100"/>
          </a:p>
        </p:txBody>
      </p:sp>
      <p:sp>
        <p:nvSpPr>
          <p:cNvPr id="2155" name="Google Shape;2155;p100"/>
          <p:cNvSpPr txBox="1"/>
          <p:nvPr/>
        </p:nvSpPr>
        <p:spPr>
          <a:xfrm>
            <a:off x="546750" y="1283900"/>
            <a:ext cx="8195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Lato"/>
              <a:buChar char="●"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Dado una cantidad de strings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…, P</a:t>
            </a:r>
            <a:r>
              <a:rPr lang="es" sz="19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longitud total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es posible construir un trie para esos strings en un tiempo de O(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56" name="Google Shape;2156;p100"/>
          <p:cNvGraphicFramePr/>
          <p:nvPr/>
        </p:nvGraphicFramePr>
        <p:xfrm>
          <a:off x="848775" y="24998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57" name="Google Shape;2157;p100"/>
          <p:cNvGraphicFramePr/>
          <p:nvPr/>
        </p:nvGraphicFramePr>
        <p:xfrm>
          <a:off x="1696875" y="2499825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8" name="Google Shape;2158;p100"/>
          <p:cNvSpPr/>
          <p:nvPr/>
        </p:nvSpPr>
        <p:spPr>
          <a:xfrm>
            <a:off x="2770750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9" name="Google Shape;2159;p100"/>
          <p:cNvSpPr/>
          <p:nvPr/>
        </p:nvSpPr>
        <p:spPr>
          <a:xfrm>
            <a:off x="37518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0" name="Google Shape;2160;p100"/>
          <p:cNvCxnSpPr>
            <a:endCxn id="2159" idx="2"/>
          </p:cNvCxnSpPr>
          <p:nvPr/>
        </p:nvCxnSpPr>
        <p:spPr>
          <a:xfrm rot="10800000" flipH="1">
            <a:off x="3023125" y="2571750"/>
            <a:ext cx="728700" cy="578100"/>
          </a:xfrm>
          <a:prstGeom prst="bentConnector3">
            <a:avLst>
              <a:gd name="adj1" fmla="val 45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61" name="Google Shape;2161;p100"/>
          <p:cNvSpPr txBox="1"/>
          <p:nvPr/>
        </p:nvSpPr>
        <p:spPr>
          <a:xfrm>
            <a:off x="3066025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2" name="Google Shape;2162;p100"/>
          <p:cNvSpPr/>
          <p:nvPr/>
        </p:nvSpPr>
        <p:spPr>
          <a:xfrm>
            <a:off x="486667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3" name="Google Shape;2163;p100"/>
          <p:cNvCxnSpPr>
            <a:stCxn id="2159" idx="6"/>
            <a:endCxn id="2162" idx="2"/>
          </p:cNvCxnSpPr>
          <p:nvPr/>
        </p:nvCxnSpPr>
        <p:spPr>
          <a:xfrm>
            <a:off x="425672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64" name="Google Shape;2164;p100"/>
          <p:cNvSpPr txBox="1"/>
          <p:nvPr/>
        </p:nvSpPr>
        <p:spPr>
          <a:xfrm>
            <a:off x="437030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t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5" name="Google Shape;2165;p100"/>
          <p:cNvSpPr/>
          <p:nvPr/>
        </p:nvSpPr>
        <p:spPr>
          <a:xfrm>
            <a:off x="5981525" y="23050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6" name="Google Shape;2166;p100"/>
          <p:cNvCxnSpPr>
            <a:stCxn id="2162" idx="6"/>
            <a:endCxn id="2165" idx="2"/>
          </p:cNvCxnSpPr>
          <p:nvPr/>
        </p:nvCxnSpPr>
        <p:spPr>
          <a:xfrm>
            <a:off x="5371575" y="2571750"/>
            <a:ext cx="6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67" name="Google Shape;2167;p100"/>
          <p:cNvSpPr txBox="1"/>
          <p:nvPr/>
        </p:nvSpPr>
        <p:spPr>
          <a:xfrm>
            <a:off x="5485150" y="2219325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8" name="Google Shape;2168;p100"/>
          <p:cNvSpPr/>
          <p:nvPr/>
        </p:nvSpPr>
        <p:spPr>
          <a:xfrm>
            <a:off x="6042575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69" name="Google Shape;2169;p100"/>
          <p:cNvGraphicFramePr/>
          <p:nvPr/>
        </p:nvGraphicFramePr>
        <p:xfrm>
          <a:off x="848775" y="29760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0" name="Google Shape;2170;p100"/>
          <p:cNvSpPr/>
          <p:nvPr/>
        </p:nvSpPr>
        <p:spPr>
          <a:xfrm>
            <a:off x="4866675" y="314997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1" name="Google Shape;2171;p100"/>
          <p:cNvCxnSpPr>
            <a:stCxn id="2159" idx="4"/>
            <a:endCxn id="2170" idx="2"/>
          </p:cNvCxnSpPr>
          <p:nvPr/>
        </p:nvCxnSpPr>
        <p:spPr>
          <a:xfrm rot="-5400000" flipH="1">
            <a:off x="4146475" y="2696250"/>
            <a:ext cx="578100" cy="862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2" name="Google Shape;2172;p100"/>
          <p:cNvSpPr txBox="1"/>
          <p:nvPr/>
        </p:nvSpPr>
        <p:spPr>
          <a:xfrm>
            <a:off x="4244125" y="30901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n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3" name="Google Shape;2173;p100"/>
          <p:cNvSpPr/>
          <p:nvPr/>
        </p:nvSpPr>
        <p:spPr>
          <a:xfrm>
            <a:off x="4927725" y="3218525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74" name="Google Shape;2174;p100"/>
          <p:cNvGraphicFramePr/>
          <p:nvPr/>
        </p:nvGraphicFramePr>
        <p:xfrm>
          <a:off x="848775" y="345232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5" name="Google Shape;2175;p100"/>
          <p:cNvSpPr/>
          <p:nvPr/>
        </p:nvSpPr>
        <p:spPr>
          <a:xfrm>
            <a:off x="4927700" y="23736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76" name="Google Shape;2176;p100"/>
          <p:cNvGraphicFramePr/>
          <p:nvPr/>
        </p:nvGraphicFramePr>
        <p:xfrm>
          <a:off x="848775" y="3928575"/>
          <a:ext cx="8481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B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7" name="Google Shape;2177;p100"/>
          <p:cNvSpPr/>
          <p:nvPr/>
        </p:nvSpPr>
        <p:spPr>
          <a:xfrm>
            <a:off x="3685150" y="4048125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8" name="Google Shape;2178;p100"/>
          <p:cNvCxnSpPr>
            <a:stCxn id="2158" idx="4"/>
            <a:endCxn id="2177" idx="2"/>
          </p:cNvCxnSpPr>
          <p:nvPr/>
        </p:nvCxnSpPr>
        <p:spPr>
          <a:xfrm rot="-5400000" flipH="1">
            <a:off x="3038500" y="3668075"/>
            <a:ext cx="631500" cy="662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9" name="Google Shape;2179;p100"/>
          <p:cNvSpPr txBox="1"/>
          <p:nvPr/>
        </p:nvSpPr>
        <p:spPr>
          <a:xfrm>
            <a:off x="2970550" y="421005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b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0" name="Google Shape;2180;p100"/>
          <p:cNvSpPr/>
          <p:nvPr/>
        </p:nvSpPr>
        <p:spPr>
          <a:xfrm>
            <a:off x="4866675" y="4063450"/>
            <a:ext cx="504900" cy="53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1" name="Google Shape;2181;p100"/>
          <p:cNvSpPr/>
          <p:nvPr/>
        </p:nvSpPr>
        <p:spPr>
          <a:xfrm>
            <a:off x="4927725" y="4132000"/>
            <a:ext cx="382800" cy="39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82" name="Google Shape;2182;p100"/>
          <p:cNvCxnSpPr>
            <a:stCxn id="2177" idx="6"/>
            <a:endCxn id="2180" idx="2"/>
          </p:cNvCxnSpPr>
          <p:nvPr/>
        </p:nvCxnSpPr>
        <p:spPr>
          <a:xfrm>
            <a:off x="4190050" y="4314825"/>
            <a:ext cx="676500" cy="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3" name="Google Shape;2183;p100"/>
          <p:cNvSpPr txBox="1"/>
          <p:nvPr/>
        </p:nvSpPr>
        <p:spPr>
          <a:xfrm>
            <a:off x="4336963" y="4201600"/>
            <a:ext cx="38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101"/>
          <p:cNvSpPr txBox="1">
            <a:spLocks noGrp="1"/>
          </p:cNvSpPr>
          <p:nvPr>
            <p:ph type="ctrTitle" idx="4294967295"/>
          </p:nvPr>
        </p:nvSpPr>
        <p:spPr>
          <a:xfrm>
            <a:off x="2381550" y="87450"/>
            <a:ext cx="43809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Situación actual</a:t>
            </a:r>
            <a:endParaRPr sz="4100"/>
          </a:p>
        </p:txBody>
      </p:sp>
      <p:sp>
        <p:nvSpPr>
          <p:cNvPr id="2189" name="Google Shape;2189;p101"/>
          <p:cNvSpPr txBox="1"/>
          <p:nvPr/>
        </p:nvSpPr>
        <p:spPr>
          <a:xfrm>
            <a:off x="1365450" y="1446950"/>
            <a:ext cx="64131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Actualmente contamos con dos estrategias: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Lato"/>
              <a:buChar char="●"/>
            </a:pPr>
            <a:r>
              <a:rPr lang="es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Sin preprocesamiento &lt;O(1), O(mn)&gt;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Lato"/>
              <a:buChar char="●"/>
            </a:pPr>
            <a:r>
              <a:rPr lang="es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Haciendo uso del trie &lt;O(n), O(mL</a:t>
            </a:r>
            <a:r>
              <a:rPr lang="es" sz="23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</a:t>
            </a:r>
            <a:r>
              <a:rPr lang="es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)&gt;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0" name="Google Shape;2190;p101"/>
          <p:cNvSpPr txBox="1"/>
          <p:nvPr/>
        </p:nvSpPr>
        <p:spPr>
          <a:xfrm>
            <a:off x="3154050" y="3324050"/>
            <a:ext cx="283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90000"/>
                </a:solidFill>
                <a:latin typeface="Lato"/>
                <a:ea typeface="Lato"/>
                <a:cs typeface="Lato"/>
                <a:sym typeface="Lato"/>
              </a:rPr>
              <a:t>¿Podemos mejorarlo?</a:t>
            </a:r>
            <a:endParaRPr sz="2200">
              <a:solidFill>
                <a:srgbClr val="99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02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96" name="Google Shape;2196;p102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97" name="Google Shape;2197;p102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98" name="Google Shape;2198;p102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99" name="Google Shape;2199;p102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00" name="Google Shape;2200;p102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01" name="Google Shape;2201;p102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02" name="Google Shape;2202;p102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03" name="Google Shape;2203;p102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4" name="Google Shape;2204;p102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5" name="Google Shape;2205;p102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6" name="Google Shape;2206;p102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7" name="Google Shape;2207;p102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8" name="Google Shape;2208;p102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9" name="Google Shape;2209;p102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0" name="Google Shape;2210;p102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1" name="Google Shape;2211;p102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12" name="Google Shape;2212;p102"/>
          <p:cNvCxnSpPr>
            <a:stCxn id="2203" idx="4"/>
            <a:endCxn id="220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3" name="Google Shape;2213;p102"/>
          <p:cNvCxnSpPr>
            <a:stCxn id="2207" idx="6"/>
            <a:endCxn id="220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4" name="Google Shape;2214;p102"/>
          <p:cNvCxnSpPr>
            <a:stCxn id="2208" idx="6"/>
            <a:endCxn id="220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5" name="Google Shape;2215;p102"/>
          <p:cNvCxnSpPr>
            <a:stCxn id="2203" idx="6"/>
            <a:endCxn id="220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6" name="Google Shape;2216;p102"/>
          <p:cNvCxnSpPr>
            <a:stCxn id="2204" idx="6"/>
            <a:endCxn id="220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7" name="Google Shape;2217;p102"/>
          <p:cNvCxnSpPr>
            <a:stCxn id="2205" idx="6"/>
            <a:endCxn id="220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8" name="Google Shape;2218;p102"/>
          <p:cNvCxnSpPr>
            <a:stCxn id="2210" idx="6"/>
            <a:endCxn id="221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9" name="Google Shape;2219;p102"/>
          <p:cNvCxnSpPr>
            <a:endCxn id="222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1" name="Google Shape;2221;p102"/>
          <p:cNvCxnSpPr>
            <a:stCxn id="2210" idx="7"/>
            <a:endCxn id="222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3" name="Google Shape;2223;p102"/>
          <p:cNvCxnSpPr>
            <a:stCxn id="2206" idx="6"/>
            <a:endCxn id="222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5" name="Google Shape;2225;p102"/>
          <p:cNvCxnSpPr>
            <a:stCxn id="2209" idx="6"/>
            <a:endCxn id="222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7" name="Google Shape;2227;p102"/>
          <p:cNvCxnSpPr>
            <a:stCxn id="2203" idx="7"/>
            <a:endCxn id="221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8" name="Google Shape;2228;p102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9" name="Google Shape;2229;p102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0" name="Google Shape;2230;p102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1" name="Google Shape;2231;p102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2" name="Google Shape;2232;p102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3" name="Google Shape;2233;p102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4" name="Google Shape;2234;p102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5" name="Google Shape;2235;p102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6" name="Google Shape;2236;p102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7" name="Google Shape;2237;p102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8" name="Google Shape;2238;p102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9" name="Google Shape;2239;p102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0" name="Google Shape;2240;p102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1" name="Google Shape;2241;p102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2" name="Google Shape;2242;p102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3" name="Google Shape;2243;p102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4" name="Google Shape;2244;p102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5" name="Google Shape;2245;p102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6" name="Google Shape;2246;p102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7" name="Google Shape;2247;p102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248" name="Google Shape;2248;p102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49" name="Google Shape;2249;p102"/>
          <p:cNvSpPr/>
          <p:nvPr/>
        </p:nvSpPr>
        <p:spPr>
          <a:xfrm rot="10800000">
            <a:off x="26997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0" name="Google Shape;2250;p102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103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256" name="Google Shape;2256;p103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7" name="Google Shape;2257;p103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8" name="Google Shape;2258;p103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9" name="Google Shape;2259;p103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60" name="Google Shape;2260;p103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61" name="Google Shape;2261;p103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62" name="Google Shape;2262;p103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63" name="Google Shape;2263;p103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4" name="Google Shape;2264;p103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5" name="Google Shape;2265;p103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6" name="Google Shape;2266;p103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7" name="Google Shape;2267;p103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8" name="Google Shape;2268;p103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9" name="Google Shape;2269;p103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0" name="Google Shape;2270;p103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1" name="Google Shape;2271;p103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72" name="Google Shape;2272;p103"/>
          <p:cNvCxnSpPr>
            <a:stCxn id="2263" idx="4"/>
            <a:endCxn id="226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3" name="Google Shape;2273;p103"/>
          <p:cNvCxnSpPr>
            <a:stCxn id="2267" idx="6"/>
            <a:endCxn id="226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4" name="Google Shape;2274;p103"/>
          <p:cNvCxnSpPr>
            <a:stCxn id="2268" idx="6"/>
            <a:endCxn id="226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5" name="Google Shape;2275;p103"/>
          <p:cNvCxnSpPr>
            <a:stCxn id="2263" idx="6"/>
            <a:endCxn id="226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6" name="Google Shape;2276;p103"/>
          <p:cNvCxnSpPr>
            <a:stCxn id="2264" idx="6"/>
            <a:endCxn id="226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7" name="Google Shape;2277;p103"/>
          <p:cNvCxnSpPr>
            <a:stCxn id="2265" idx="6"/>
            <a:endCxn id="226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8" name="Google Shape;2278;p103"/>
          <p:cNvCxnSpPr>
            <a:stCxn id="2270" idx="6"/>
            <a:endCxn id="227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9" name="Google Shape;2279;p103"/>
          <p:cNvCxnSpPr>
            <a:endCxn id="228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1" name="Google Shape;2281;p103"/>
          <p:cNvCxnSpPr>
            <a:stCxn id="2270" idx="7"/>
            <a:endCxn id="228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3" name="Google Shape;2283;p103"/>
          <p:cNvCxnSpPr>
            <a:stCxn id="2266" idx="6"/>
            <a:endCxn id="228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5" name="Google Shape;2285;p103"/>
          <p:cNvCxnSpPr>
            <a:stCxn id="2269" idx="6"/>
            <a:endCxn id="228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7" name="Google Shape;2287;p103"/>
          <p:cNvCxnSpPr>
            <a:stCxn id="2263" idx="7"/>
            <a:endCxn id="227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88" name="Google Shape;2288;p103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9" name="Google Shape;2289;p103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0" name="Google Shape;2290;p103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1" name="Google Shape;2291;p103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2" name="Google Shape;2292;p103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3" name="Google Shape;2293;p103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4" name="Google Shape;2294;p103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5" name="Google Shape;2295;p103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6" name="Google Shape;2296;p103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7" name="Google Shape;2297;p103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8" name="Google Shape;2298;p103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9" name="Google Shape;2299;p103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0" name="Google Shape;2300;p103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1" name="Google Shape;2301;p103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2" name="Google Shape;2302;p103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3" name="Google Shape;2303;p103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4" name="Google Shape;2304;p103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5" name="Google Shape;2305;p103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6" name="Google Shape;2306;p103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7" name="Google Shape;2307;p103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308" name="Google Shape;2308;p103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09" name="Google Shape;2309;p103"/>
          <p:cNvSpPr/>
          <p:nvPr/>
        </p:nvSpPr>
        <p:spPr>
          <a:xfrm rot="10800000">
            <a:off x="557600" y="43465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0" name="Google Shape;2310;p103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10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316" name="Google Shape;2316;p104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17" name="Google Shape;2317;p104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18" name="Google Shape;2318;p104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19" name="Google Shape;2319;p104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20" name="Google Shape;2320;p104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21" name="Google Shape;2321;p104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22" name="Google Shape;2322;p104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23" name="Google Shape;2323;p104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4" name="Google Shape;2324;p104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5" name="Google Shape;2325;p104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6" name="Google Shape;2326;p104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7" name="Google Shape;2327;p104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8" name="Google Shape;2328;p104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9" name="Google Shape;2329;p104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0" name="Google Shape;2330;p104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1" name="Google Shape;2331;p104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32" name="Google Shape;2332;p104"/>
          <p:cNvCxnSpPr>
            <a:stCxn id="2323" idx="4"/>
            <a:endCxn id="232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3" name="Google Shape;2333;p104"/>
          <p:cNvCxnSpPr>
            <a:stCxn id="2327" idx="6"/>
            <a:endCxn id="232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4" name="Google Shape;2334;p104"/>
          <p:cNvCxnSpPr>
            <a:stCxn id="2328" idx="6"/>
            <a:endCxn id="232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5" name="Google Shape;2335;p104"/>
          <p:cNvCxnSpPr>
            <a:stCxn id="2323" idx="6"/>
            <a:endCxn id="232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6" name="Google Shape;2336;p104"/>
          <p:cNvCxnSpPr>
            <a:stCxn id="2324" idx="6"/>
            <a:endCxn id="232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7" name="Google Shape;2337;p104"/>
          <p:cNvCxnSpPr>
            <a:stCxn id="2325" idx="6"/>
            <a:endCxn id="232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8" name="Google Shape;2338;p104"/>
          <p:cNvCxnSpPr>
            <a:stCxn id="2330" idx="6"/>
            <a:endCxn id="233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9" name="Google Shape;2339;p104"/>
          <p:cNvCxnSpPr>
            <a:endCxn id="234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1" name="Google Shape;2341;p104"/>
          <p:cNvCxnSpPr>
            <a:stCxn id="2330" idx="7"/>
            <a:endCxn id="234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3" name="Google Shape;2343;p104"/>
          <p:cNvCxnSpPr>
            <a:stCxn id="2326" idx="6"/>
            <a:endCxn id="234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5" name="Google Shape;2345;p104"/>
          <p:cNvCxnSpPr>
            <a:stCxn id="2329" idx="6"/>
            <a:endCxn id="234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7" name="Google Shape;2347;p104"/>
          <p:cNvCxnSpPr>
            <a:stCxn id="2323" idx="7"/>
            <a:endCxn id="233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8" name="Google Shape;2348;p104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9" name="Google Shape;2349;p104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0" name="Google Shape;2350;p104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1" name="Google Shape;2351;p104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2" name="Google Shape;2352;p104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3" name="Google Shape;2353;p104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4" name="Google Shape;2354;p104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5" name="Google Shape;2355;p104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6" name="Google Shape;2356;p104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7" name="Google Shape;2357;p104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8" name="Google Shape;2358;p104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9" name="Google Shape;2359;p104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0" name="Google Shape;2360;p104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1" name="Google Shape;2361;p104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2" name="Google Shape;2362;p104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3" name="Google Shape;2363;p104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4" name="Google Shape;2364;p104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5" name="Google Shape;2365;p104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6" name="Google Shape;2366;p104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7" name="Google Shape;2367;p104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368" name="Google Shape;2368;p104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69" name="Google Shape;2369;p104"/>
          <p:cNvSpPr/>
          <p:nvPr/>
        </p:nvSpPr>
        <p:spPr>
          <a:xfrm rot="10800000">
            <a:off x="913250" y="43465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0" name="Google Shape;2370;p104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10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376" name="Google Shape;2376;p105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77" name="Google Shape;2377;p105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78" name="Google Shape;2378;p105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79" name="Google Shape;2379;p105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80" name="Google Shape;2380;p105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81" name="Google Shape;2381;p105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82" name="Google Shape;2382;p105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83" name="Google Shape;2383;p105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4" name="Google Shape;2384;p105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5" name="Google Shape;2385;p105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6" name="Google Shape;2386;p105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7" name="Google Shape;2387;p105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8" name="Google Shape;2388;p105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9" name="Google Shape;2389;p105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0" name="Google Shape;2390;p105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1" name="Google Shape;2391;p105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92" name="Google Shape;2392;p105"/>
          <p:cNvCxnSpPr>
            <a:stCxn id="2383" idx="4"/>
            <a:endCxn id="238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3" name="Google Shape;2393;p105"/>
          <p:cNvCxnSpPr>
            <a:stCxn id="2387" idx="6"/>
            <a:endCxn id="238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4" name="Google Shape;2394;p105"/>
          <p:cNvCxnSpPr>
            <a:stCxn id="2388" idx="6"/>
            <a:endCxn id="238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5" name="Google Shape;2395;p105"/>
          <p:cNvCxnSpPr>
            <a:stCxn id="2383" idx="6"/>
            <a:endCxn id="238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6" name="Google Shape;2396;p105"/>
          <p:cNvCxnSpPr>
            <a:stCxn id="2384" idx="6"/>
            <a:endCxn id="238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7" name="Google Shape;2397;p105"/>
          <p:cNvCxnSpPr>
            <a:stCxn id="2385" idx="6"/>
            <a:endCxn id="238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8" name="Google Shape;2398;p105"/>
          <p:cNvCxnSpPr>
            <a:stCxn id="2390" idx="6"/>
            <a:endCxn id="239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9" name="Google Shape;2399;p105"/>
          <p:cNvCxnSpPr>
            <a:endCxn id="240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1" name="Google Shape;2401;p105"/>
          <p:cNvCxnSpPr>
            <a:stCxn id="2390" idx="7"/>
            <a:endCxn id="240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3" name="Google Shape;2403;p105"/>
          <p:cNvCxnSpPr>
            <a:stCxn id="2386" idx="6"/>
            <a:endCxn id="240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5" name="Google Shape;2405;p105"/>
          <p:cNvCxnSpPr>
            <a:stCxn id="2389" idx="6"/>
            <a:endCxn id="240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7" name="Google Shape;2407;p105"/>
          <p:cNvCxnSpPr>
            <a:stCxn id="2383" idx="7"/>
            <a:endCxn id="239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8" name="Google Shape;2408;p105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9" name="Google Shape;2409;p105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0" name="Google Shape;2410;p105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1" name="Google Shape;2411;p105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2" name="Google Shape;2412;p105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3" name="Google Shape;2413;p105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4" name="Google Shape;2414;p105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5" name="Google Shape;2415;p105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6" name="Google Shape;2416;p105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7" name="Google Shape;2417;p105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8" name="Google Shape;2418;p105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9" name="Google Shape;2419;p105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0" name="Google Shape;2420;p105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1" name="Google Shape;2421;p105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2" name="Google Shape;2422;p105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3" name="Google Shape;2423;p105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4" name="Google Shape;2424;p105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5" name="Google Shape;2425;p105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6" name="Google Shape;2426;p105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7" name="Google Shape;2427;p105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28" name="Google Shape;2428;p105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29" name="Google Shape;2429;p105"/>
          <p:cNvSpPr/>
          <p:nvPr/>
        </p:nvSpPr>
        <p:spPr>
          <a:xfrm rot="10800000">
            <a:off x="132330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0" name="Google Shape;2430;p105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10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36" name="Google Shape;2436;p106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37" name="Google Shape;2437;p106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38" name="Google Shape;2438;p106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39" name="Google Shape;2439;p106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40" name="Google Shape;2440;p106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41" name="Google Shape;2441;p106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42" name="Google Shape;2442;p106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43" name="Google Shape;2443;p106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4" name="Google Shape;2444;p106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5" name="Google Shape;2445;p106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6" name="Google Shape;2446;p106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7" name="Google Shape;2447;p106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8" name="Google Shape;2448;p106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9" name="Google Shape;2449;p106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0" name="Google Shape;2450;p106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1" name="Google Shape;2451;p106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52" name="Google Shape;2452;p106"/>
          <p:cNvCxnSpPr>
            <a:stCxn id="2443" idx="4"/>
            <a:endCxn id="244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3" name="Google Shape;2453;p106"/>
          <p:cNvCxnSpPr>
            <a:stCxn id="2447" idx="6"/>
            <a:endCxn id="244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4" name="Google Shape;2454;p106"/>
          <p:cNvCxnSpPr>
            <a:stCxn id="2448" idx="6"/>
            <a:endCxn id="244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5" name="Google Shape;2455;p106"/>
          <p:cNvCxnSpPr>
            <a:stCxn id="2443" idx="6"/>
            <a:endCxn id="244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6" name="Google Shape;2456;p106"/>
          <p:cNvCxnSpPr>
            <a:stCxn id="2444" idx="6"/>
            <a:endCxn id="244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7" name="Google Shape;2457;p106"/>
          <p:cNvCxnSpPr>
            <a:stCxn id="2445" idx="6"/>
            <a:endCxn id="244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8" name="Google Shape;2458;p106"/>
          <p:cNvCxnSpPr>
            <a:stCxn id="2450" idx="6"/>
            <a:endCxn id="245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9" name="Google Shape;2459;p106"/>
          <p:cNvCxnSpPr>
            <a:endCxn id="246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1" name="Google Shape;2461;p106"/>
          <p:cNvCxnSpPr>
            <a:stCxn id="2450" idx="7"/>
            <a:endCxn id="246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3" name="Google Shape;2463;p106"/>
          <p:cNvCxnSpPr>
            <a:stCxn id="2446" idx="6"/>
            <a:endCxn id="246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5" name="Google Shape;2465;p106"/>
          <p:cNvCxnSpPr>
            <a:stCxn id="2449" idx="6"/>
            <a:endCxn id="246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7" name="Google Shape;2467;p106"/>
          <p:cNvCxnSpPr>
            <a:stCxn id="2443" idx="7"/>
            <a:endCxn id="245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8" name="Google Shape;2468;p106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9" name="Google Shape;2469;p106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0" name="Google Shape;2470;p106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1" name="Google Shape;2471;p106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2" name="Google Shape;2472;p106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3" name="Google Shape;2473;p106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4" name="Google Shape;2474;p106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5" name="Google Shape;2475;p106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6" name="Google Shape;2476;p106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7" name="Google Shape;2477;p106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8" name="Google Shape;2478;p106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9" name="Google Shape;2479;p106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0" name="Google Shape;2480;p106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1" name="Google Shape;2481;p106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2" name="Google Shape;2482;p106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3" name="Google Shape;2483;p106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4" name="Google Shape;2484;p106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5" name="Google Shape;2485;p106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6" name="Google Shape;2486;p106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7" name="Google Shape;2487;p106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88" name="Google Shape;2488;p106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89" name="Google Shape;2489;p106"/>
          <p:cNvSpPr/>
          <p:nvPr/>
        </p:nvSpPr>
        <p:spPr>
          <a:xfrm rot="10800000">
            <a:off x="1683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0" name="Google Shape;2490;p106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0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96" name="Google Shape;2496;p107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97" name="Google Shape;2497;p107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98" name="Google Shape;2498;p107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99" name="Google Shape;2499;p107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00" name="Google Shape;2500;p107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01" name="Google Shape;2501;p107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02" name="Google Shape;2502;p107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03" name="Google Shape;2503;p107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4" name="Google Shape;2504;p107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5" name="Google Shape;2505;p107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6" name="Google Shape;2506;p107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7" name="Google Shape;2507;p107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8" name="Google Shape;2508;p107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9" name="Google Shape;2509;p107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0" name="Google Shape;2510;p107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1" name="Google Shape;2511;p107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12" name="Google Shape;2512;p107"/>
          <p:cNvCxnSpPr>
            <a:stCxn id="2503" idx="4"/>
            <a:endCxn id="250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3" name="Google Shape;2513;p107"/>
          <p:cNvCxnSpPr>
            <a:stCxn id="2507" idx="6"/>
            <a:endCxn id="250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4" name="Google Shape;2514;p107"/>
          <p:cNvCxnSpPr>
            <a:stCxn id="2508" idx="6"/>
            <a:endCxn id="250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5" name="Google Shape;2515;p107"/>
          <p:cNvCxnSpPr>
            <a:stCxn id="2503" idx="6"/>
            <a:endCxn id="250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6" name="Google Shape;2516;p107"/>
          <p:cNvCxnSpPr>
            <a:stCxn id="2504" idx="6"/>
            <a:endCxn id="250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7" name="Google Shape;2517;p107"/>
          <p:cNvCxnSpPr>
            <a:stCxn id="2505" idx="6"/>
            <a:endCxn id="250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8" name="Google Shape;2518;p107"/>
          <p:cNvCxnSpPr>
            <a:stCxn id="2510" idx="6"/>
            <a:endCxn id="251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9" name="Google Shape;2519;p107"/>
          <p:cNvCxnSpPr>
            <a:endCxn id="252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21" name="Google Shape;2521;p107"/>
          <p:cNvCxnSpPr>
            <a:stCxn id="2510" idx="7"/>
            <a:endCxn id="252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23" name="Google Shape;2523;p107"/>
          <p:cNvCxnSpPr>
            <a:stCxn id="2506" idx="6"/>
            <a:endCxn id="252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25" name="Google Shape;2525;p107"/>
          <p:cNvCxnSpPr>
            <a:stCxn id="2509" idx="6"/>
            <a:endCxn id="252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27" name="Google Shape;2527;p107"/>
          <p:cNvCxnSpPr>
            <a:stCxn id="2503" idx="7"/>
            <a:endCxn id="251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8" name="Google Shape;2528;p107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9" name="Google Shape;2529;p107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0" name="Google Shape;2530;p107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1" name="Google Shape;2531;p107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2" name="Google Shape;2532;p107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3" name="Google Shape;2533;p107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4" name="Google Shape;2534;p107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5" name="Google Shape;2535;p107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6" name="Google Shape;2536;p107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7" name="Google Shape;2537;p107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8" name="Google Shape;2538;p107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9" name="Google Shape;2539;p107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0" name="Google Shape;2540;p107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1" name="Google Shape;2541;p107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2" name="Google Shape;2542;p107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3" name="Google Shape;2543;p107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4" name="Google Shape;2544;p107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5" name="Google Shape;2545;p107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6" name="Google Shape;2546;p107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7" name="Google Shape;2547;p107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48" name="Google Shape;2548;p107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49" name="Google Shape;2549;p107"/>
          <p:cNvSpPr/>
          <p:nvPr/>
        </p:nvSpPr>
        <p:spPr>
          <a:xfrm rot="10800000">
            <a:off x="1683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0" name="Google Shape;2550;p107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10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56" name="Google Shape;2556;p108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57" name="Google Shape;2557;p108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58" name="Google Shape;2558;p108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59" name="Google Shape;2559;p108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0" name="Google Shape;2560;p108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1" name="Google Shape;2561;p108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2" name="Google Shape;2562;p108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3" name="Google Shape;2563;p108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4" name="Google Shape;2564;p108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5" name="Google Shape;2565;p108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6" name="Google Shape;2566;p108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7" name="Google Shape;2567;p108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8" name="Google Shape;2568;p108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9" name="Google Shape;2569;p108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0" name="Google Shape;2570;p108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1" name="Google Shape;2571;p108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72" name="Google Shape;2572;p108"/>
          <p:cNvCxnSpPr>
            <a:stCxn id="2563" idx="4"/>
            <a:endCxn id="256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3" name="Google Shape;2573;p108"/>
          <p:cNvCxnSpPr>
            <a:stCxn id="2567" idx="6"/>
            <a:endCxn id="256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4" name="Google Shape;2574;p108"/>
          <p:cNvCxnSpPr>
            <a:stCxn id="2568" idx="6"/>
            <a:endCxn id="256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5" name="Google Shape;2575;p108"/>
          <p:cNvCxnSpPr>
            <a:stCxn id="2563" idx="6"/>
            <a:endCxn id="256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6" name="Google Shape;2576;p108"/>
          <p:cNvCxnSpPr>
            <a:stCxn id="2564" idx="6"/>
            <a:endCxn id="256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7" name="Google Shape;2577;p108"/>
          <p:cNvCxnSpPr>
            <a:stCxn id="2565" idx="6"/>
            <a:endCxn id="256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8" name="Google Shape;2578;p108"/>
          <p:cNvCxnSpPr>
            <a:stCxn id="2570" idx="6"/>
            <a:endCxn id="257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9" name="Google Shape;2579;p108"/>
          <p:cNvCxnSpPr>
            <a:endCxn id="258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1" name="Google Shape;2581;p108"/>
          <p:cNvCxnSpPr>
            <a:stCxn id="2570" idx="7"/>
            <a:endCxn id="258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3" name="Google Shape;2583;p108"/>
          <p:cNvCxnSpPr>
            <a:stCxn id="2566" idx="6"/>
            <a:endCxn id="258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5" name="Google Shape;2585;p108"/>
          <p:cNvCxnSpPr>
            <a:stCxn id="2569" idx="6"/>
            <a:endCxn id="258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7" name="Google Shape;2587;p108"/>
          <p:cNvCxnSpPr>
            <a:stCxn id="2563" idx="7"/>
            <a:endCxn id="257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8" name="Google Shape;2588;p108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9" name="Google Shape;2589;p108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0" name="Google Shape;2590;p108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1" name="Google Shape;2591;p108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2" name="Google Shape;2592;p108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3" name="Google Shape;2593;p108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4" name="Google Shape;2594;p108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5" name="Google Shape;2595;p108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6" name="Google Shape;2596;p108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7" name="Google Shape;2597;p108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8" name="Google Shape;2598;p108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9" name="Google Shape;2599;p108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0" name="Google Shape;2600;p108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1" name="Google Shape;2601;p108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2" name="Google Shape;2602;p108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3" name="Google Shape;2603;p108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4" name="Google Shape;2604;p108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5" name="Google Shape;2605;p108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6" name="Google Shape;2606;p108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7" name="Google Shape;2607;p108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08" name="Google Shape;2608;p108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09" name="Google Shape;2609;p108"/>
          <p:cNvSpPr/>
          <p:nvPr/>
        </p:nvSpPr>
        <p:spPr>
          <a:xfrm rot="10800000">
            <a:off x="55760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0" name="Google Shape;2610;p108"/>
          <p:cNvSpPr/>
          <p:nvPr/>
        </p:nvSpPr>
        <p:spPr>
          <a:xfrm>
            <a:off x="557600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10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16" name="Google Shape;2616;p109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17" name="Google Shape;2617;p109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18" name="Google Shape;2618;p109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19" name="Google Shape;2619;p109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20" name="Google Shape;2620;p109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21" name="Google Shape;2621;p109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22" name="Google Shape;2622;p109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23" name="Google Shape;2623;p109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4" name="Google Shape;2624;p109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5" name="Google Shape;2625;p109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6" name="Google Shape;2626;p109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7" name="Google Shape;2627;p109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8" name="Google Shape;2628;p109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9" name="Google Shape;2629;p109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0" name="Google Shape;2630;p109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1" name="Google Shape;2631;p109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32" name="Google Shape;2632;p109"/>
          <p:cNvCxnSpPr>
            <a:stCxn id="2623" idx="4"/>
            <a:endCxn id="262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3" name="Google Shape;2633;p109"/>
          <p:cNvCxnSpPr>
            <a:stCxn id="2627" idx="6"/>
            <a:endCxn id="262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4" name="Google Shape;2634;p109"/>
          <p:cNvCxnSpPr>
            <a:stCxn id="2628" idx="6"/>
            <a:endCxn id="262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5" name="Google Shape;2635;p109"/>
          <p:cNvCxnSpPr>
            <a:stCxn id="2623" idx="6"/>
            <a:endCxn id="262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6" name="Google Shape;2636;p109"/>
          <p:cNvCxnSpPr>
            <a:stCxn id="2624" idx="6"/>
            <a:endCxn id="262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7" name="Google Shape;2637;p109"/>
          <p:cNvCxnSpPr>
            <a:stCxn id="2625" idx="6"/>
            <a:endCxn id="262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8" name="Google Shape;2638;p109"/>
          <p:cNvCxnSpPr>
            <a:stCxn id="2630" idx="6"/>
            <a:endCxn id="263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9" name="Google Shape;2639;p109"/>
          <p:cNvCxnSpPr>
            <a:endCxn id="264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1" name="Google Shape;2641;p109"/>
          <p:cNvCxnSpPr>
            <a:stCxn id="2630" idx="7"/>
            <a:endCxn id="264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3" name="Google Shape;2643;p109"/>
          <p:cNvCxnSpPr>
            <a:stCxn id="2626" idx="6"/>
            <a:endCxn id="264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5" name="Google Shape;2645;p109"/>
          <p:cNvCxnSpPr>
            <a:stCxn id="2629" idx="6"/>
            <a:endCxn id="264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7" name="Google Shape;2647;p109"/>
          <p:cNvCxnSpPr>
            <a:stCxn id="2623" idx="7"/>
            <a:endCxn id="263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8" name="Google Shape;2648;p109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9" name="Google Shape;2649;p109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0" name="Google Shape;2650;p109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1" name="Google Shape;2651;p109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2" name="Google Shape;2652;p109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3" name="Google Shape;2653;p109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4" name="Google Shape;2654;p109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5" name="Google Shape;2655;p109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6" name="Google Shape;2656;p109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7" name="Google Shape;2657;p109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8" name="Google Shape;2658;p109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9" name="Google Shape;2659;p109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0" name="Google Shape;2660;p109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1" name="Google Shape;2661;p109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2" name="Google Shape;2662;p109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3" name="Google Shape;2663;p109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4" name="Google Shape;2664;p109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5" name="Google Shape;2665;p109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6" name="Google Shape;2666;p109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7" name="Google Shape;2667;p109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68" name="Google Shape;2668;p109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69" name="Google Shape;2669;p109"/>
          <p:cNvSpPr/>
          <p:nvPr/>
        </p:nvSpPr>
        <p:spPr>
          <a:xfrm rot="10800000">
            <a:off x="1683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0" name="Google Shape;2670;p109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p11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76" name="Google Shape;2676;p110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77" name="Google Shape;2677;p110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78" name="Google Shape;2678;p110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79" name="Google Shape;2679;p110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80" name="Google Shape;2680;p110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81" name="Google Shape;2681;p110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82" name="Google Shape;2682;p110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83" name="Google Shape;2683;p110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4" name="Google Shape;2684;p110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5" name="Google Shape;2685;p110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6" name="Google Shape;2686;p110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7" name="Google Shape;2687;p110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8" name="Google Shape;2688;p110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9" name="Google Shape;2689;p110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0" name="Google Shape;2690;p110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1" name="Google Shape;2691;p110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92" name="Google Shape;2692;p110"/>
          <p:cNvCxnSpPr>
            <a:stCxn id="2683" idx="4"/>
            <a:endCxn id="268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3" name="Google Shape;2693;p110"/>
          <p:cNvCxnSpPr>
            <a:stCxn id="2687" idx="6"/>
            <a:endCxn id="268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4" name="Google Shape;2694;p110"/>
          <p:cNvCxnSpPr>
            <a:stCxn id="2688" idx="6"/>
            <a:endCxn id="268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5" name="Google Shape;2695;p110"/>
          <p:cNvCxnSpPr>
            <a:stCxn id="2683" idx="6"/>
            <a:endCxn id="268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6" name="Google Shape;2696;p110"/>
          <p:cNvCxnSpPr>
            <a:stCxn id="2684" idx="6"/>
            <a:endCxn id="268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7" name="Google Shape;2697;p110"/>
          <p:cNvCxnSpPr>
            <a:stCxn id="2685" idx="6"/>
            <a:endCxn id="268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8" name="Google Shape;2698;p110"/>
          <p:cNvCxnSpPr>
            <a:stCxn id="2690" idx="6"/>
            <a:endCxn id="269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9" name="Google Shape;2699;p110"/>
          <p:cNvCxnSpPr>
            <a:endCxn id="270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1" name="Google Shape;2701;p110"/>
          <p:cNvCxnSpPr>
            <a:stCxn id="2690" idx="7"/>
            <a:endCxn id="270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3" name="Google Shape;2703;p110"/>
          <p:cNvCxnSpPr>
            <a:stCxn id="2686" idx="6"/>
            <a:endCxn id="270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5" name="Google Shape;2705;p110"/>
          <p:cNvCxnSpPr>
            <a:stCxn id="2689" idx="6"/>
            <a:endCxn id="270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7" name="Google Shape;2707;p110"/>
          <p:cNvCxnSpPr>
            <a:stCxn id="2683" idx="7"/>
            <a:endCxn id="269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8" name="Google Shape;2708;p110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9" name="Google Shape;2709;p110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0" name="Google Shape;2710;p110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1" name="Google Shape;2711;p110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2" name="Google Shape;2712;p110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3" name="Google Shape;2713;p110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4" name="Google Shape;2714;p110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5" name="Google Shape;2715;p110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6" name="Google Shape;2716;p110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7" name="Google Shape;2717;p110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8" name="Google Shape;2718;p110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9" name="Google Shape;2719;p110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0" name="Google Shape;2720;p110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1" name="Google Shape;2721;p110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2" name="Google Shape;2722;p110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3" name="Google Shape;2723;p110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4" name="Google Shape;2724;p110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5" name="Google Shape;2725;p110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6" name="Google Shape;2726;p110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7" name="Google Shape;2727;p110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28" name="Google Shape;2728;p110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29" name="Google Shape;2729;p110"/>
          <p:cNvSpPr/>
          <p:nvPr/>
        </p:nvSpPr>
        <p:spPr>
          <a:xfrm rot="10800000">
            <a:off x="1683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0" name="Google Shape;2730;p110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31" name="Google Shape;2731;p110"/>
          <p:cNvCxnSpPr>
            <a:endCxn id="2686" idx="5"/>
          </p:cNvCxnSpPr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111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37" name="Google Shape;2737;p111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38" name="Google Shape;2738;p111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39" name="Google Shape;2739;p111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0" name="Google Shape;2740;p111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1" name="Google Shape;2741;p111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2" name="Google Shape;2742;p111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3" name="Google Shape;2743;p111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44" name="Google Shape;2744;p111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5" name="Google Shape;2745;p111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6" name="Google Shape;2746;p111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7" name="Google Shape;2747;p111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8" name="Google Shape;2748;p111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9" name="Google Shape;2749;p111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0" name="Google Shape;2750;p111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1" name="Google Shape;2751;p111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2" name="Google Shape;2752;p111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53" name="Google Shape;2753;p111"/>
          <p:cNvCxnSpPr>
            <a:stCxn id="2744" idx="4"/>
            <a:endCxn id="2748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4" name="Google Shape;2754;p111"/>
          <p:cNvCxnSpPr>
            <a:stCxn id="2748" idx="6"/>
            <a:endCxn id="2749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5" name="Google Shape;2755;p111"/>
          <p:cNvCxnSpPr>
            <a:stCxn id="2749" idx="6"/>
            <a:endCxn id="2750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6" name="Google Shape;2756;p111"/>
          <p:cNvCxnSpPr>
            <a:stCxn id="2744" idx="6"/>
            <a:endCxn id="2745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7" name="Google Shape;2757;p111"/>
          <p:cNvCxnSpPr>
            <a:stCxn id="2745" idx="6"/>
            <a:endCxn id="2746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8" name="Google Shape;2758;p111"/>
          <p:cNvCxnSpPr>
            <a:stCxn id="2746" idx="6"/>
            <a:endCxn id="2747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9" name="Google Shape;2759;p111"/>
          <p:cNvCxnSpPr>
            <a:stCxn id="2751" idx="6"/>
            <a:endCxn id="2752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0" name="Google Shape;2760;p111"/>
          <p:cNvCxnSpPr>
            <a:endCxn id="2761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2" name="Google Shape;2762;p111"/>
          <p:cNvCxnSpPr>
            <a:stCxn id="2751" idx="7"/>
            <a:endCxn id="2763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4" name="Google Shape;2764;p111"/>
          <p:cNvCxnSpPr>
            <a:stCxn id="2747" idx="6"/>
            <a:endCxn id="2765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6" name="Google Shape;2766;p111"/>
          <p:cNvCxnSpPr>
            <a:stCxn id="2750" idx="6"/>
            <a:endCxn id="2767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8" name="Google Shape;2768;p111"/>
          <p:cNvCxnSpPr>
            <a:stCxn id="2744" idx="7"/>
            <a:endCxn id="2751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69" name="Google Shape;2769;p111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0" name="Google Shape;2770;p111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1" name="Google Shape;2771;p111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2" name="Google Shape;2772;p111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3" name="Google Shape;2773;p111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4" name="Google Shape;2774;p111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5" name="Google Shape;2775;p111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6" name="Google Shape;2776;p111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7" name="Google Shape;2777;p111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8" name="Google Shape;2778;p111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9" name="Google Shape;2779;p111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0" name="Google Shape;2780;p111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1" name="Google Shape;2781;p111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2" name="Google Shape;2782;p111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3" name="Google Shape;2783;p111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4" name="Google Shape;2784;p111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5" name="Google Shape;2785;p111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6" name="Google Shape;2786;p111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7" name="Google Shape;2787;p111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8" name="Google Shape;2788;p111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89" name="Google Shape;2789;p111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90" name="Google Shape;2790;p111"/>
          <p:cNvSpPr/>
          <p:nvPr/>
        </p:nvSpPr>
        <p:spPr>
          <a:xfrm rot="10800000">
            <a:off x="1683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1" name="Google Shape;2791;p111"/>
          <p:cNvSpPr/>
          <p:nvPr/>
        </p:nvSpPr>
        <p:spPr>
          <a:xfrm>
            <a:off x="557600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92" name="Google Shape;2792;p111"/>
          <p:cNvCxnSpPr>
            <a:endCxn id="2747" idx="5"/>
          </p:cNvCxnSpPr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112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98" name="Google Shape;2798;p112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99" name="Google Shape;2799;p112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00" name="Google Shape;2800;p112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01" name="Google Shape;2801;p112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02" name="Google Shape;2802;p112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03" name="Google Shape;2803;p112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04" name="Google Shape;2804;p112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05" name="Google Shape;2805;p112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6" name="Google Shape;2806;p112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7" name="Google Shape;2807;p112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8" name="Google Shape;2808;p112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9" name="Google Shape;2809;p112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0" name="Google Shape;2810;p112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1" name="Google Shape;2811;p112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2" name="Google Shape;2812;p112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3" name="Google Shape;2813;p112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14" name="Google Shape;2814;p112"/>
          <p:cNvCxnSpPr>
            <a:stCxn id="2805" idx="4"/>
            <a:endCxn id="2809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5" name="Google Shape;2815;p112"/>
          <p:cNvCxnSpPr>
            <a:stCxn id="2809" idx="6"/>
            <a:endCxn id="2810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6" name="Google Shape;2816;p112"/>
          <p:cNvCxnSpPr>
            <a:stCxn id="2810" idx="6"/>
            <a:endCxn id="2811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7" name="Google Shape;2817;p112"/>
          <p:cNvCxnSpPr>
            <a:stCxn id="2805" idx="6"/>
            <a:endCxn id="2806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8" name="Google Shape;2818;p112"/>
          <p:cNvCxnSpPr>
            <a:stCxn id="2806" idx="6"/>
            <a:endCxn id="2807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9" name="Google Shape;2819;p112"/>
          <p:cNvCxnSpPr>
            <a:stCxn id="2807" idx="6"/>
            <a:endCxn id="2808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0" name="Google Shape;2820;p112"/>
          <p:cNvCxnSpPr>
            <a:stCxn id="2812" idx="6"/>
            <a:endCxn id="2813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1" name="Google Shape;2821;p112"/>
          <p:cNvCxnSpPr>
            <a:endCxn id="2822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3" name="Google Shape;2823;p112"/>
          <p:cNvCxnSpPr>
            <a:stCxn id="2812" idx="7"/>
            <a:endCxn id="2824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5" name="Google Shape;2825;p112"/>
          <p:cNvCxnSpPr>
            <a:stCxn id="2808" idx="6"/>
            <a:endCxn id="2826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7" name="Google Shape;2827;p112"/>
          <p:cNvCxnSpPr>
            <a:stCxn id="2811" idx="6"/>
            <a:endCxn id="2828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9" name="Google Shape;2829;p112"/>
          <p:cNvCxnSpPr>
            <a:stCxn id="2805" idx="7"/>
            <a:endCxn id="2812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30" name="Google Shape;2830;p112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1" name="Google Shape;2831;p112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2" name="Google Shape;2832;p112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3" name="Google Shape;2833;p112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4" name="Google Shape;2834;p112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5" name="Google Shape;2835;p112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6" name="Google Shape;2836;p112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7" name="Google Shape;2837;p112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8" name="Google Shape;2838;p112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9" name="Google Shape;2839;p112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0" name="Google Shape;2840;p112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1" name="Google Shape;2841;p112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2" name="Google Shape;2842;p112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3" name="Google Shape;2843;p112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4" name="Google Shape;2844;p112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5" name="Google Shape;2845;p112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6" name="Google Shape;2846;p112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7" name="Google Shape;2847;p112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8" name="Google Shape;2848;p112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9" name="Google Shape;2849;p112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850" name="Google Shape;2850;p112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51" name="Google Shape;2851;p112"/>
          <p:cNvSpPr/>
          <p:nvPr/>
        </p:nvSpPr>
        <p:spPr>
          <a:xfrm rot="10800000">
            <a:off x="208527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2" name="Google Shape;2852;p112"/>
          <p:cNvSpPr/>
          <p:nvPr/>
        </p:nvSpPr>
        <p:spPr>
          <a:xfrm>
            <a:off x="557600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53" name="Google Shape;2853;p112"/>
          <p:cNvCxnSpPr>
            <a:endCxn id="2808" idx="5"/>
          </p:cNvCxnSpPr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113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859" name="Google Shape;2859;p113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0" name="Google Shape;2860;p113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1" name="Google Shape;2861;p113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2" name="Google Shape;2862;p113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3" name="Google Shape;2863;p113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4" name="Google Shape;2864;p113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5" name="Google Shape;2865;p113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6" name="Google Shape;2866;p113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7" name="Google Shape;2867;p113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8" name="Google Shape;2868;p113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9" name="Google Shape;2869;p113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0" name="Google Shape;2870;p113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1" name="Google Shape;2871;p113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2" name="Google Shape;2872;p113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3" name="Google Shape;2873;p113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4" name="Google Shape;2874;p113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75" name="Google Shape;2875;p113"/>
          <p:cNvCxnSpPr>
            <a:stCxn id="2866" idx="4"/>
            <a:endCxn id="2870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6" name="Google Shape;2876;p113"/>
          <p:cNvCxnSpPr>
            <a:stCxn id="2870" idx="6"/>
            <a:endCxn id="2871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7" name="Google Shape;2877;p113"/>
          <p:cNvCxnSpPr>
            <a:stCxn id="2871" idx="6"/>
            <a:endCxn id="2872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8" name="Google Shape;2878;p113"/>
          <p:cNvCxnSpPr>
            <a:stCxn id="2866" idx="6"/>
            <a:endCxn id="2867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9" name="Google Shape;2879;p113"/>
          <p:cNvCxnSpPr>
            <a:stCxn id="2867" idx="6"/>
            <a:endCxn id="2868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0" name="Google Shape;2880;p113"/>
          <p:cNvCxnSpPr>
            <a:stCxn id="2868" idx="6"/>
            <a:endCxn id="2869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1" name="Google Shape;2881;p113"/>
          <p:cNvCxnSpPr>
            <a:stCxn id="2873" idx="6"/>
            <a:endCxn id="2874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2" name="Google Shape;2882;p113"/>
          <p:cNvCxnSpPr>
            <a:endCxn id="2883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4" name="Google Shape;2884;p113"/>
          <p:cNvCxnSpPr>
            <a:stCxn id="2873" idx="7"/>
            <a:endCxn id="2885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6" name="Google Shape;2886;p113"/>
          <p:cNvCxnSpPr>
            <a:stCxn id="2869" idx="6"/>
            <a:endCxn id="2887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8" name="Google Shape;2888;p113"/>
          <p:cNvCxnSpPr>
            <a:stCxn id="2872" idx="6"/>
            <a:endCxn id="2889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0" name="Google Shape;2890;p113"/>
          <p:cNvCxnSpPr>
            <a:stCxn id="2866" idx="7"/>
            <a:endCxn id="2873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1" name="Google Shape;2891;p113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2" name="Google Shape;2892;p113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3" name="Google Shape;2893;p113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4" name="Google Shape;2894;p113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5" name="Google Shape;2895;p113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6" name="Google Shape;2896;p113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7" name="Google Shape;2897;p113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8" name="Google Shape;2898;p113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9" name="Google Shape;2899;p113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0" name="Google Shape;2900;p113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1" name="Google Shape;2901;p113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2" name="Google Shape;2902;p113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3" name="Google Shape;2903;p113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4" name="Google Shape;2904;p113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5" name="Google Shape;2905;p113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6" name="Google Shape;2906;p113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7" name="Google Shape;2907;p113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8" name="Google Shape;2908;p113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9" name="Google Shape;2909;p113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0" name="Google Shape;2910;p113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11" name="Google Shape;2911;p113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12" name="Google Shape;2912;p113"/>
          <p:cNvSpPr/>
          <p:nvPr/>
        </p:nvSpPr>
        <p:spPr>
          <a:xfrm rot="10800000">
            <a:off x="26997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3" name="Google Shape;2913;p113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14" name="Google Shape;2914;p113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114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20" name="Google Shape;2920;p114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1" name="Google Shape;2921;p114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2" name="Google Shape;2922;p114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3" name="Google Shape;2923;p114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4" name="Google Shape;2924;p114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5" name="Google Shape;2925;p114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6" name="Google Shape;2926;p114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27" name="Google Shape;2927;p114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8" name="Google Shape;2928;p114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9" name="Google Shape;2929;p114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0" name="Google Shape;2930;p114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1" name="Google Shape;2931;p114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2" name="Google Shape;2932;p114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3" name="Google Shape;2933;p114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4" name="Google Shape;2934;p114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5" name="Google Shape;2935;p114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36" name="Google Shape;2936;p114"/>
          <p:cNvCxnSpPr>
            <a:stCxn id="2927" idx="4"/>
            <a:endCxn id="2931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7" name="Google Shape;2937;p114"/>
          <p:cNvCxnSpPr>
            <a:stCxn id="2931" idx="6"/>
            <a:endCxn id="2932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8" name="Google Shape;2938;p114"/>
          <p:cNvCxnSpPr>
            <a:stCxn id="2932" idx="6"/>
            <a:endCxn id="2933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9" name="Google Shape;2939;p114"/>
          <p:cNvCxnSpPr>
            <a:stCxn id="2927" idx="6"/>
            <a:endCxn id="2928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0" name="Google Shape;2940;p114"/>
          <p:cNvCxnSpPr>
            <a:stCxn id="2928" idx="6"/>
            <a:endCxn id="2929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1" name="Google Shape;2941;p114"/>
          <p:cNvCxnSpPr>
            <a:stCxn id="2929" idx="6"/>
            <a:endCxn id="2930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2" name="Google Shape;2942;p114"/>
          <p:cNvCxnSpPr>
            <a:stCxn id="2934" idx="6"/>
            <a:endCxn id="2935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3" name="Google Shape;2943;p114"/>
          <p:cNvCxnSpPr>
            <a:endCxn id="2944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5" name="Google Shape;2945;p114"/>
          <p:cNvCxnSpPr>
            <a:stCxn id="2934" idx="7"/>
            <a:endCxn id="2946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7" name="Google Shape;2947;p114"/>
          <p:cNvCxnSpPr>
            <a:stCxn id="2930" idx="6"/>
            <a:endCxn id="2948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9" name="Google Shape;2949;p114"/>
          <p:cNvCxnSpPr>
            <a:stCxn id="2933" idx="6"/>
            <a:endCxn id="2950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51" name="Google Shape;2951;p114"/>
          <p:cNvCxnSpPr>
            <a:stCxn id="2927" idx="7"/>
            <a:endCxn id="2934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52" name="Google Shape;2952;p114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3" name="Google Shape;2953;p114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4" name="Google Shape;2954;p114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5" name="Google Shape;2955;p114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6" name="Google Shape;2956;p114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7" name="Google Shape;2957;p114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8" name="Google Shape;2958;p114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9" name="Google Shape;2959;p114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0" name="Google Shape;2960;p114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1" name="Google Shape;2961;p114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2" name="Google Shape;2962;p114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3" name="Google Shape;2963;p114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4" name="Google Shape;2964;p114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5" name="Google Shape;2965;p114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6" name="Google Shape;2966;p114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7" name="Google Shape;2967;p114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8" name="Google Shape;2968;p114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9" name="Google Shape;2969;p114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0" name="Google Shape;2970;p114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1" name="Google Shape;2971;p114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72" name="Google Shape;2972;p114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73" name="Google Shape;2973;p114"/>
          <p:cNvSpPr/>
          <p:nvPr/>
        </p:nvSpPr>
        <p:spPr>
          <a:xfrm rot="10800000">
            <a:off x="55760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4" name="Google Shape;2974;p114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75" name="Google Shape;2975;p114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115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81" name="Google Shape;2981;p115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2" name="Google Shape;2982;p115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3" name="Google Shape;2983;p115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4" name="Google Shape;2984;p115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5" name="Google Shape;2985;p115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6" name="Google Shape;2986;p115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7" name="Google Shape;2987;p115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88" name="Google Shape;2988;p115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9" name="Google Shape;2989;p115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0" name="Google Shape;2990;p115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1" name="Google Shape;2991;p115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2" name="Google Shape;2992;p115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3" name="Google Shape;2993;p115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4" name="Google Shape;2994;p115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5" name="Google Shape;2995;p115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6" name="Google Shape;2996;p115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97" name="Google Shape;2997;p115"/>
          <p:cNvCxnSpPr>
            <a:stCxn id="2988" idx="4"/>
            <a:endCxn id="2992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98" name="Google Shape;2998;p115"/>
          <p:cNvCxnSpPr>
            <a:stCxn id="2992" idx="6"/>
            <a:endCxn id="2993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99" name="Google Shape;2999;p115"/>
          <p:cNvCxnSpPr>
            <a:stCxn id="2993" idx="6"/>
            <a:endCxn id="2994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0" name="Google Shape;3000;p115"/>
          <p:cNvCxnSpPr>
            <a:stCxn id="2988" idx="6"/>
            <a:endCxn id="2989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1" name="Google Shape;3001;p115"/>
          <p:cNvCxnSpPr>
            <a:stCxn id="2989" idx="6"/>
            <a:endCxn id="2990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2" name="Google Shape;3002;p115"/>
          <p:cNvCxnSpPr>
            <a:stCxn id="2990" idx="6"/>
            <a:endCxn id="2991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3" name="Google Shape;3003;p115"/>
          <p:cNvCxnSpPr>
            <a:stCxn id="2995" idx="6"/>
            <a:endCxn id="2996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4" name="Google Shape;3004;p115"/>
          <p:cNvCxnSpPr>
            <a:endCxn id="3005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6" name="Google Shape;3006;p115"/>
          <p:cNvCxnSpPr>
            <a:stCxn id="2995" idx="7"/>
            <a:endCxn id="3007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8" name="Google Shape;3008;p115"/>
          <p:cNvCxnSpPr>
            <a:stCxn id="2991" idx="6"/>
            <a:endCxn id="3009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0" name="Google Shape;3010;p115"/>
          <p:cNvCxnSpPr>
            <a:stCxn id="2994" idx="6"/>
            <a:endCxn id="3011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2" name="Google Shape;3012;p115"/>
          <p:cNvCxnSpPr>
            <a:stCxn id="2988" idx="7"/>
            <a:endCxn id="2995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13" name="Google Shape;3013;p115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4" name="Google Shape;3014;p115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5" name="Google Shape;3015;p115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6" name="Google Shape;3016;p115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7" name="Google Shape;3017;p115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8" name="Google Shape;3018;p115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9" name="Google Shape;3019;p115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0" name="Google Shape;3020;p115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1" name="Google Shape;3021;p115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2" name="Google Shape;3022;p115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3" name="Google Shape;3023;p115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4" name="Google Shape;3024;p115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5" name="Google Shape;3025;p115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6" name="Google Shape;3026;p115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7" name="Google Shape;3027;p115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8" name="Google Shape;3028;p115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9" name="Google Shape;3029;p115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0" name="Google Shape;3030;p115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1" name="Google Shape;3031;p115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2" name="Google Shape;3032;p115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033" name="Google Shape;3033;p115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34" name="Google Shape;3034;p115"/>
          <p:cNvSpPr/>
          <p:nvPr/>
        </p:nvSpPr>
        <p:spPr>
          <a:xfrm rot="10800000">
            <a:off x="92590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5" name="Google Shape;3035;p115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36" name="Google Shape;3036;p115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116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042" name="Google Shape;3042;p116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3" name="Google Shape;3043;p116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4" name="Google Shape;3044;p116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5" name="Google Shape;3045;p116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6" name="Google Shape;3046;p116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7" name="Google Shape;3047;p116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8" name="Google Shape;3048;p116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49" name="Google Shape;3049;p116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0" name="Google Shape;3050;p116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1" name="Google Shape;3051;p116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2" name="Google Shape;3052;p116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3" name="Google Shape;3053;p116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4" name="Google Shape;3054;p116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5" name="Google Shape;3055;p116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6" name="Google Shape;3056;p116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7" name="Google Shape;3057;p116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58" name="Google Shape;3058;p116"/>
          <p:cNvCxnSpPr>
            <a:stCxn id="3049" idx="4"/>
            <a:endCxn id="3053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59" name="Google Shape;3059;p116"/>
          <p:cNvCxnSpPr>
            <a:stCxn id="3053" idx="6"/>
            <a:endCxn id="3054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0" name="Google Shape;3060;p116"/>
          <p:cNvCxnSpPr>
            <a:stCxn id="3054" idx="6"/>
            <a:endCxn id="3055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1" name="Google Shape;3061;p116"/>
          <p:cNvCxnSpPr>
            <a:stCxn id="3049" idx="6"/>
            <a:endCxn id="3050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2" name="Google Shape;3062;p116"/>
          <p:cNvCxnSpPr>
            <a:stCxn id="3050" idx="6"/>
            <a:endCxn id="3051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3" name="Google Shape;3063;p116"/>
          <p:cNvCxnSpPr>
            <a:stCxn id="3051" idx="6"/>
            <a:endCxn id="3052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4" name="Google Shape;3064;p116"/>
          <p:cNvCxnSpPr>
            <a:stCxn id="3056" idx="6"/>
            <a:endCxn id="3057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5" name="Google Shape;3065;p116"/>
          <p:cNvCxnSpPr>
            <a:endCxn id="3066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7" name="Google Shape;3067;p116"/>
          <p:cNvCxnSpPr>
            <a:stCxn id="3056" idx="7"/>
            <a:endCxn id="3068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9" name="Google Shape;3069;p116"/>
          <p:cNvCxnSpPr>
            <a:stCxn id="3052" idx="6"/>
            <a:endCxn id="3070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1" name="Google Shape;3071;p116"/>
          <p:cNvCxnSpPr>
            <a:stCxn id="3055" idx="6"/>
            <a:endCxn id="3072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3" name="Google Shape;3073;p116"/>
          <p:cNvCxnSpPr>
            <a:stCxn id="3049" idx="7"/>
            <a:endCxn id="3056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74" name="Google Shape;3074;p116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5" name="Google Shape;3075;p116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6" name="Google Shape;3076;p116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7" name="Google Shape;3077;p116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8" name="Google Shape;3078;p116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9" name="Google Shape;3079;p116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0" name="Google Shape;3080;p116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1" name="Google Shape;3081;p116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2" name="Google Shape;3082;p116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3" name="Google Shape;3083;p116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4" name="Google Shape;3084;p116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5" name="Google Shape;3085;p116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6" name="Google Shape;3086;p116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7" name="Google Shape;3087;p116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8" name="Google Shape;3088;p116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9" name="Google Shape;3089;p116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0" name="Google Shape;3090;p116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1" name="Google Shape;3091;p116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2" name="Google Shape;3092;p116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3" name="Google Shape;3093;p116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094" name="Google Shape;3094;p116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95" name="Google Shape;3095;p116"/>
          <p:cNvSpPr/>
          <p:nvPr/>
        </p:nvSpPr>
        <p:spPr>
          <a:xfrm rot="10800000">
            <a:off x="1323300" y="43465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6" name="Google Shape;3096;p116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97" name="Google Shape;3097;p116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p117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103" name="Google Shape;3103;p117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4" name="Google Shape;3104;p117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5" name="Google Shape;3105;p117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6" name="Google Shape;3106;p117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7" name="Google Shape;3107;p117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8" name="Google Shape;3108;p117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9" name="Google Shape;3109;p117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10" name="Google Shape;3110;p117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1" name="Google Shape;3111;p117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2" name="Google Shape;3112;p117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3" name="Google Shape;3113;p117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4" name="Google Shape;3114;p117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5" name="Google Shape;3115;p117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6" name="Google Shape;3116;p117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7" name="Google Shape;3117;p117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8" name="Google Shape;3118;p117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19" name="Google Shape;3119;p117"/>
          <p:cNvCxnSpPr>
            <a:stCxn id="3110" idx="4"/>
            <a:endCxn id="3114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0" name="Google Shape;3120;p117"/>
          <p:cNvCxnSpPr>
            <a:stCxn id="3114" idx="6"/>
            <a:endCxn id="3115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1" name="Google Shape;3121;p117"/>
          <p:cNvCxnSpPr>
            <a:stCxn id="3115" idx="6"/>
            <a:endCxn id="3116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2" name="Google Shape;3122;p117"/>
          <p:cNvCxnSpPr>
            <a:stCxn id="3110" idx="6"/>
            <a:endCxn id="3111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3" name="Google Shape;3123;p117"/>
          <p:cNvCxnSpPr>
            <a:stCxn id="3111" idx="6"/>
            <a:endCxn id="3112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4" name="Google Shape;3124;p117"/>
          <p:cNvCxnSpPr>
            <a:stCxn id="3112" idx="6"/>
            <a:endCxn id="3113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5" name="Google Shape;3125;p117"/>
          <p:cNvCxnSpPr>
            <a:stCxn id="3117" idx="6"/>
            <a:endCxn id="3118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6" name="Google Shape;3126;p117"/>
          <p:cNvCxnSpPr>
            <a:endCxn id="3127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8" name="Google Shape;3128;p117"/>
          <p:cNvCxnSpPr>
            <a:stCxn id="3117" idx="7"/>
            <a:endCxn id="3129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0" name="Google Shape;3130;p117"/>
          <p:cNvCxnSpPr>
            <a:stCxn id="3113" idx="6"/>
            <a:endCxn id="3131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2" name="Google Shape;3132;p117"/>
          <p:cNvCxnSpPr>
            <a:stCxn id="3116" idx="6"/>
            <a:endCxn id="3133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4" name="Google Shape;3134;p117"/>
          <p:cNvCxnSpPr>
            <a:stCxn id="3110" idx="7"/>
            <a:endCxn id="3117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5" name="Google Shape;3135;p117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6" name="Google Shape;3136;p117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7" name="Google Shape;3137;p117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8" name="Google Shape;3138;p117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9" name="Google Shape;3139;p117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0" name="Google Shape;3140;p117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1" name="Google Shape;3141;p117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2" name="Google Shape;3142;p117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3" name="Google Shape;3143;p117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4" name="Google Shape;3144;p117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5" name="Google Shape;3145;p117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6" name="Google Shape;3146;p117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7" name="Google Shape;3147;p117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8" name="Google Shape;3148;p117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9" name="Google Shape;3149;p117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0" name="Google Shape;3150;p117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1" name="Google Shape;3151;p117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2" name="Google Shape;3152;p117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3" name="Google Shape;3153;p117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4" name="Google Shape;3154;p117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155" name="Google Shape;3155;p117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56" name="Google Shape;3156;p117"/>
          <p:cNvSpPr/>
          <p:nvPr/>
        </p:nvSpPr>
        <p:spPr>
          <a:xfrm rot="10800000">
            <a:off x="1323300" y="43465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7" name="Google Shape;3157;p117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58" name="Google Shape;3158;p117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p118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164" name="Google Shape;3164;p118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65" name="Google Shape;3165;p118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66" name="Google Shape;3166;p118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67" name="Google Shape;3167;p118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68" name="Google Shape;3168;p118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69" name="Google Shape;3169;p118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70" name="Google Shape;3170;p118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71" name="Google Shape;3171;p118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2" name="Google Shape;3172;p118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3" name="Google Shape;3173;p118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4" name="Google Shape;3174;p118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5" name="Google Shape;3175;p118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6" name="Google Shape;3176;p118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7" name="Google Shape;3177;p118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8" name="Google Shape;3178;p118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9" name="Google Shape;3179;p118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80" name="Google Shape;3180;p118"/>
          <p:cNvCxnSpPr>
            <a:stCxn id="3171" idx="4"/>
            <a:endCxn id="3175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1" name="Google Shape;3181;p118"/>
          <p:cNvCxnSpPr>
            <a:stCxn id="3175" idx="6"/>
            <a:endCxn id="3176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2" name="Google Shape;3182;p118"/>
          <p:cNvCxnSpPr>
            <a:stCxn id="3176" idx="6"/>
            <a:endCxn id="3177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3" name="Google Shape;3183;p118"/>
          <p:cNvCxnSpPr>
            <a:stCxn id="3171" idx="6"/>
            <a:endCxn id="3172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4" name="Google Shape;3184;p118"/>
          <p:cNvCxnSpPr>
            <a:stCxn id="3172" idx="6"/>
            <a:endCxn id="3173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5" name="Google Shape;3185;p118"/>
          <p:cNvCxnSpPr>
            <a:stCxn id="3173" idx="6"/>
            <a:endCxn id="3174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6" name="Google Shape;3186;p118"/>
          <p:cNvCxnSpPr>
            <a:stCxn id="3178" idx="6"/>
            <a:endCxn id="3179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7" name="Google Shape;3187;p118"/>
          <p:cNvCxnSpPr>
            <a:endCxn id="3188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9" name="Google Shape;3189;p118"/>
          <p:cNvCxnSpPr>
            <a:stCxn id="3178" idx="7"/>
            <a:endCxn id="3190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1" name="Google Shape;3191;p118"/>
          <p:cNvCxnSpPr>
            <a:stCxn id="3174" idx="6"/>
            <a:endCxn id="3192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3" name="Google Shape;3193;p118"/>
          <p:cNvCxnSpPr>
            <a:stCxn id="3177" idx="6"/>
            <a:endCxn id="3194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5" name="Google Shape;3195;p118"/>
          <p:cNvCxnSpPr>
            <a:stCxn id="3171" idx="7"/>
            <a:endCxn id="3178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96" name="Google Shape;3196;p118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7" name="Google Shape;3197;p118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8" name="Google Shape;3198;p118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9" name="Google Shape;3199;p118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0" name="Google Shape;3200;p118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1" name="Google Shape;3201;p118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2" name="Google Shape;3202;p118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3" name="Google Shape;3203;p118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4" name="Google Shape;3204;p118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5" name="Google Shape;3205;p118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6" name="Google Shape;3206;p118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7" name="Google Shape;3207;p118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8" name="Google Shape;3208;p118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9" name="Google Shape;3209;p118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0" name="Google Shape;3210;p118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1" name="Google Shape;3211;p118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2" name="Google Shape;3212;p118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3" name="Google Shape;3213;p118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4" name="Google Shape;3214;p118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5" name="Google Shape;3215;p118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16" name="Google Shape;3216;p118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17" name="Google Shape;3217;p118"/>
          <p:cNvSpPr/>
          <p:nvPr/>
        </p:nvSpPr>
        <p:spPr>
          <a:xfrm rot="10800000">
            <a:off x="1323300" y="43465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8" name="Google Shape;3218;p118"/>
          <p:cNvSpPr/>
          <p:nvPr/>
        </p:nvSpPr>
        <p:spPr>
          <a:xfrm>
            <a:off x="26997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19" name="Google Shape;3219;p118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0" name="Google Shape;3220;p118"/>
          <p:cNvCxnSpPr>
            <a:stCxn id="3174" idx="1"/>
            <a:endCxn id="3179" idx="5"/>
          </p:cNvCxnSpPr>
          <p:nvPr/>
        </p:nvCxnSpPr>
        <p:spPr>
          <a:xfrm rot="10800000">
            <a:off x="5175545" y="20631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119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26" name="Google Shape;3226;p119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27" name="Google Shape;3227;p119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28" name="Google Shape;3228;p119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29" name="Google Shape;3229;p119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30" name="Google Shape;3230;p119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31" name="Google Shape;3231;p119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32" name="Google Shape;3232;p119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33" name="Google Shape;3233;p119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4" name="Google Shape;3234;p119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5" name="Google Shape;3235;p119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6" name="Google Shape;3236;p119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7" name="Google Shape;3237;p119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8" name="Google Shape;3238;p119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9" name="Google Shape;3239;p119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0" name="Google Shape;3240;p119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1" name="Google Shape;3241;p119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42" name="Google Shape;3242;p119"/>
          <p:cNvCxnSpPr>
            <a:stCxn id="3233" idx="4"/>
            <a:endCxn id="3237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3" name="Google Shape;3243;p119"/>
          <p:cNvCxnSpPr>
            <a:stCxn id="3237" idx="6"/>
            <a:endCxn id="3238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4" name="Google Shape;3244;p119"/>
          <p:cNvCxnSpPr>
            <a:stCxn id="3238" idx="6"/>
            <a:endCxn id="3239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5" name="Google Shape;3245;p119"/>
          <p:cNvCxnSpPr>
            <a:stCxn id="3233" idx="6"/>
            <a:endCxn id="3234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6" name="Google Shape;3246;p119"/>
          <p:cNvCxnSpPr>
            <a:stCxn id="3234" idx="6"/>
            <a:endCxn id="3235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7" name="Google Shape;3247;p119"/>
          <p:cNvCxnSpPr>
            <a:stCxn id="3235" idx="6"/>
            <a:endCxn id="3236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8" name="Google Shape;3248;p119"/>
          <p:cNvCxnSpPr>
            <a:stCxn id="3240" idx="6"/>
            <a:endCxn id="3241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9" name="Google Shape;3249;p119"/>
          <p:cNvCxnSpPr>
            <a:endCxn id="3250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1" name="Google Shape;3251;p119"/>
          <p:cNvCxnSpPr>
            <a:stCxn id="3240" idx="7"/>
            <a:endCxn id="3252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3" name="Google Shape;3253;p119"/>
          <p:cNvCxnSpPr>
            <a:stCxn id="3236" idx="6"/>
            <a:endCxn id="3254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5" name="Google Shape;3255;p119"/>
          <p:cNvCxnSpPr>
            <a:stCxn id="3239" idx="6"/>
            <a:endCxn id="3256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7" name="Google Shape;3257;p119"/>
          <p:cNvCxnSpPr>
            <a:stCxn id="3233" idx="7"/>
            <a:endCxn id="3240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58" name="Google Shape;3258;p119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9" name="Google Shape;3259;p119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0" name="Google Shape;3260;p119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1" name="Google Shape;3261;p119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2" name="Google Shape;3262;p119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3" name="Google Shape;3263;p119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4" name="Google Shape;3264;p119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5" name="Google Shape;3265;p119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6" name="Google Shape;3266;p119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7" name="Google Shape;3267;p119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8" name="Google Shape;3268;p119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9" name="Google Shape;3269;p119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0" name="Google Shape;3270;p119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1" name="Google Shape;3271;p119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2" name="Google Shape;3272;p119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3" name="Google Shape;3273;p119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4" name="Google Shape;3274;p119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5" name="Google Shape;3275;p119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6" name="Google Shape;3276;p119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7" name="Google Shape;3277;p119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78" name="Google Shape;3278;p119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9" name="Google Shape;3279;p119"/>
          <p:cNvSpPr/>
          <p:nvPr/>
        </p:nvSpPr>
        <p:spPr>
          <a:xfrm rot="10800000">
            <a:off x="1323300" y="43465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0" name="Google Shape;3280;p119"/>
          <p:cNvSpPr/>
          <p:nvPr/>
        </p:nvSpPr>
        <p:spPr>
          <a:xfrm>
            <a:off x="557600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81" name="Google Shape;3281;p119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2" name="Google Shape;3282;p119"/>
          <p:cNvCxnSpPr>
            <a:stCxn id="3236" idx="1"/>
            <a:endCxn id="3241" idx="5"/>
          </p:cNvCxnSpPr>
          <p:nvPr/>
        </p:nvCxnSpPr>
        <p:spPr>
          <a:xfrm rot="10800000">
            <a:off x="5175545" y="20631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p120"/>
          <p:cNvSpPr txBox="1"/>
          <p:nvPr/>
        </p:nvSpPr>
        <p:spPr>
          <a:xfrm>
            <a:off x="256550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88" name="Google Shape;3288;p120"/>
          <p:cNvGraphicFramePr/>
          <p:nvPr/>
        </p:nvGraphicFramePr>
        <p:xfrm>
          <a:off x="342900" y="5700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89" name="Google Shape;3289;p120"/>
          <p:cNvGraphicFramePr/>
          <p:nvPr/>
        </p:nvGraphicFramePr>
        <p:xfrm>
          <a:off x="342900" y="9662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90" name="Google Shape;3290;p120"/>
          <p:cNvGraphicFramePr/>
          <p:nvPr/>
        </p:nvGraphicFramePr>
        <p:xfrm>
          <a:off x="3429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91" name="Google Shape;3291;p120"/>
          <p:cNvGraphicFramePr/>
          <p:nvPr/>
        </p:nvGraphicFramePr>
        <p:xfrm>
          <a:off x="3429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92" name="Google Shape;3292;p120"/>
          <p:cNvGraphicFramePr/>
          <p:nvPr/>
        </p:nvGraphicFramePr>
        <p:xfrm>
          <a:off x="1108600" y="17586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93" name="Google Shape;3293;p120"/>
          <p:cNvGraphicFramePr/>
          <p:nvPr/>
        </p:nvGraphicFramePr>
        <p:xfrm>
          <a:off x="1108600" y="1362450"/>
          <a:ext cx="7657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94" name="Google Shape;3294;p120"/>
          <p:cNvGraphicFramePr/>
          <p:nvPr/>
        </p:nvGraphicFramePr>
        <p:xfrm>
          <a:off x="1108600" y="96625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95" name="Google Shape;3295;p120"/>
          <p:cNvSpPr/>
          <p:nvPr/>
        </p:nvSpPr>
        <p:spPr>
          <a:xfrm>
            <a:off x="22494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6" name="Google Shape;3296;p120"/>
          <p:cNvSpPr/>
          <p:nvPr/>
        </p:nvSpPr>
        <p:spPr>
          <a:xfrm>
            <a:off x="352893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7" name="Google Shape;3297;p120"/>
          <p:cNvSpPr/>
          <p:nvPr/>
        </p:nvSpPr>
        <p:spPr>
          <a:xfrm>
            <a:off x="4808475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8" name="Google Shape;3298;p120"/>
          <p:cNvSpPr/>
          <p:nvPr/>
        </p:nvSpPr>
        <p:spPr>
          <a:xfrm>
            <a:off x="6225588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9" name="Google Shape;3299;p120"/>
          <p:cNvSpPr/>
          <p:nvPr/>
        </p:nvSpPr>
        <p:spPr>
          <a:xfrm>
            <a:off x="352895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0" name="Google Shape;3300;p120"/>
          <p:cNvSpPr/>
          <p:nvPr/>
        </p:nvSpPr>
        <p:spPr>
          <a:xfrm>
            <a:off x="4808475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1" name="Google Shape;3301;p120"/>
          <p:cNvSpPr/>
          <p:nvPr/>
        </p:nvSpPr>
        <p:spPr>
          <a:xfrm>
            <a:off x="62256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2" name="Google Shape;3302;p120"/>
          <p:cNvSpPr/>
          <p:nvPr/>
        </p:nvSpPr>
        <p:spPr>
          <a:xfrm>
            <a:off x="3528950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3" name="Google Shape;3303;p120"/>
          <p:cNvSpPr/>
          <p:nvPr/>
        </p:nvSpPr>
        <p:spPr>
          <a:xfrm>
            <a:off x="4808475" y="17085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04" name="Google Shape;3304;p120"/>
          <p:cNvCxnSpPr>
            <a:stCxn id="3295" idx="4"/>
            <a:endCxn id="3299" idx="2"/>
          </p:cNvCxnSpPr>
          <p:nvPr/>
        </p:nvCxnSpPr>
        <p:spPr>
          <a:xfrm>
            <a:off x="2464350" y="32352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5" name="Google Shape;3305;p120"/>
          <p:cNvCxnSpPr>
            <a:stCxn id="3299" idx="6"/>
            <a:endCxn id="3300" idx="2"/>
          </p:cNvCxnSpPr>
          <p:nvPr/>
        </p:nvCxnSpPr>
        <p:spPr>
          <a:xfrm>
            <a:off x="395885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6" name="Google Shape;3306;p120"/>
          <p:cNvCxnSpPr>
            <a:stCxn id="3300" idx="6"/>
            <a:endCxn id="3301" idx="2"/>
          </p:cNvCxnSpPr>
          <p:nvPr/>
        </p:nvCxnSpPr>
        <p:spPr>
          <a:xfrm>
            <a:off x="5238375" y="41387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7" name="Google Shape;3307;p120"/>
          <p:cNvCxnSpPr>
            <a:stCxn id="3295" idx="6"/>
            <a:endCxn id="3296" idx="2"/>
          </p:cNvCxnSpPr>
          <p:nvPr/>
        </p:nvCxnSpPr>
        <p:spPr>
          <a:xfrm>
            <a:off x="2679300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8" name="Google Shape;3308;p120"/>
          <p:cNvCxnSpPr>
            <a:stCxn id="3296" idx="6"/>
            <a:endCxn id="3297" idx="2"/>
          </p:cNvCxnSpPr>
          <p:nvPr/>
        </p:nvCxnSpPr>
        <p:spPr>
          <a:xfrm>
            <a:off x="395883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9" name="Google Shape;3309;p120"/>
          <p:cNvCxnSpPr>
            <a:stCxn id="3297" idx="6"/>
            <a:endCxn id="3298" idx="2"/>
          </p:cNvCxnSpPr>
          <p:nvPr/>
        </p:nvCxnSpPr>
        <p:spPr>
          <a:xfrm>
            <a:off x="5238375" y="30275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0" name="Google Shape;3310;p120"/>
          <p:cNvCxnSpPr>
            <a:stCxn id="3302" idx="6"/>
            <a:endCxn id="3303" idx="2"/>
          </p:cNvCxnSpPr>
          <p:nvPr/>
        </p:nvCxnSpPr>
        <p:spPr>
          <a:xfrm>
            <a:off x="3958850" y="19162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1" name="Google Shape;3311;p120"/>
          <p:cNvCxnSpPr>
            <a:endCxn id="3312" idx="2"/>
          </p:cNvCxnSpPr>
          <p:nvPr/>
        </p:nvCxnSpPr>
        <p:spPr>
          <a:xfrm>
            <a:off x="5238300" y="19162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3" name="Google Shape;3313;p120"/>
          <p:cNvCxnSpPr>
            <a:stCxn id="3302" idx="7"/>
            <a:endCxn id="3314" idx="2"/>
          </p:cNvCxnSpPr>
          <p:nvPr/>
        </p:nvCxnSpPr>
        <p:spPr>
          <a:xfrm rot="10800000" flipH="1">
            <a:off x="3895893" y="805174"/>
            <a:ext cx="912600" cy="9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5" name="Google Shape;3315;p120"/>
          <p:cNvCxnSpPr>
            <a:stCxn id="3298" idx="6"/>
            <a:endCxn id="3316" idx="2"/>
          </p:cNvCxnSpPr>
          <p:nvPr/>
        </p:nvCxnSpPr>
        <p:spPr>
          <a:xfrm>
            <a:off x="6655488" y="30275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7" name="Google Shape;3317;p120"/>
          <p:cNvCxnSpPr>
            <a:stCxn id="3301" idx="6"/>
            <a:endCxn id="3318" idx="2"/>
          </p:cNvCxnSpPr>
          <p:nvPr/>
        </p:nvCxnSpPr>
        <p:spPr>
          <a:xfrm>
            <a:off x="6655500" y="41387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9" name="Google Shape;3319;p120"/>
          <p:cNvCxnSpPr>
            <a:stCxn id="3295" idx="7"/>
            <a:endCxn id="3302" idx="3"/>
          </p:cNvCxnSpPr>
          <p:nvPr/>
        </p:nvCxnSpPr>
        <p:spPr>
          <a:xfrm rot="10800000" flipH="1">
            <a:off x="2616343" y="20631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0" name="Google Shape;3320;p120"/>
          <p:cNvSpPr txBox="1"/>
          <p:nvPr/>
        </p:nvSpPr>
        <p:spPr>
          <a:xfrm>
            <a:off x="3043400" y="17460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1" name="Google Shape;3321;p120"/>
          <p:cNvSpPr txBox="1"/>
          <p:nvPr/>
        </p:nvSpPr>
        <p:spPr>
          <a:xfrm>
            <a:off x="3043388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2" name="Google Shape;3322;p120"/>
          <p:cNvSpPr txBox="1"/>
          <p:nvPr/>
        </p:nvSpPr>
        <p:spPr>
          <a:xfrm>
            <a:off x="2974038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3" name="Google Shape;3323;p120"/>
          <p:cNvSpPr txBox="1"/>
          <p:nvPr/>
        </p:nvSpPr>
        <p:spPr>
          <a:xfrm>
            <a:off x="4131363" y="8051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4" name="Google Shape;3324;p120"/>
          <p:cNvSpPr txBox="1"/>
          <p:nvPr/>
        </p:nvSpPr>
        <p:spPr>
          <a:xfrm>
            <a:off x="43118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5" name="Google Shape;3325;p120"/>
          <p:cNvSpPr txBox="1"/>
          <p:nvPr/>
        </p:nvSpPr>
        <p:spPr>
          <a:xfrm>
            <a:off x="5613488" y="1515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6" name="Google Shape;3326;p120"/>
          <p:cNvSpPr txBox="1"/>
          <p:nvPr/>
        </p:nvSpPr>
        <p:spPr>
          <a:xfrm>
            <a:off x="4253613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7" name="Google Shape;3327;p120"/>
          <p:cNvSpPr txBox="1"/>
          <p:nvPr/>
        </p:nvSpPr>
        <p:spPr>
          <a:xfrm>
            <a:off x="5601925" y="26287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8" name="Google Shape;3328;p120"/>
          <p:cNvSpPr txBox="1"/>
          <p:nvPr/>
        </p:nvSpPr>
        <p:spPr>
          <a:xfrm>
            <a:off x="6950288" y="26754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9" name="Google Shape;3329;p120"/>
          <p:cNvSpPr txBox="1"/>
          <p:nvPr/>
        </p:nvSpPr>
        <p:spPr>
          <a:xfrm>
            <a:off x="4253600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o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0" name="Google Shape;3330;p120"/>
          <p:cNvSpPr txBox="1"/>
          <p:nvPr/>
        </p:nvSpPr>
        <p:spPr>
          <a:xfrm>
            <a:off x="560192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a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1" name="Google Shape;3331;p120"/>
          <p:cNvSpPr txBox="1"/>
          <p:nvPr/>
        </p:nvSpPr>
        <p:spPr>
          <a:xfrm>
            <a:off x="7019075" y="4015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r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2" name="Google Shape;3332;p120"/>
          <p:cNvSpPr/>
          <p:nvPr/>
        </p:nvSpPr>
        <p:spPr>
          <a:xfrm>
            <a:off x="4808475" y="5972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3" name="Google Shape;3333;p120"/>
          <p:cNvSpPr/>
          <p:nvPr/>
        </p:nvSpPr>
        <p:spPr>
          <a:xfrm>
            <a:off x="4839675" y="6317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4" name="Google Shape;3334;p120"/>
          <p:cNvSpPr/>
          <p:nvPr/>
        </p:nvSpPr>
        <p:spPr>
          <a:xfrm>
            <a:off x="6225600" y="17085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5" name="Google Shape;3335;p120"/>
          <p:cNvSpPr/>
          <p:nvPr/>
        </p:nvSpPr>
        <p:spPr>
          <a:xfrm>
            <a:off x="6256800" y="17430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6" name="Google Shape;3336;p120"/>
          <p:cNvSpPr/>
          <p:nvPr/>
        </p:nvSpPr>
        <p:spPr>
          <a:xfrm>
            <a:off x="7505200" y="28197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7" name="Google Shape;3337;p120"/>
          <p:cNvSpPr/>
          <p:nvPr/>
        </p:nvSpPr>
        <p:spPr>
          <a:xfrm>
            <a:off x="7536400" y="28542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8" name="Google Shape;3338;p120"/>
          <p:cNvSpPr/>
          <p:nvPr/>
        </p:nvSpPr>
        <p:spPr>
          <a:xfrm>
            <a:off x="7505200" y="39310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9" name="Google Shape;3339;p120"/>
          <p:cNvSpPr/>
          <p:nvPr/>
        </p:nvSpPr>
        <p:spPr>
          <a:xfrm>
            <a:off x="7536400" y="39655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340" name="Google Shape;3340;p120"/>
          <p:cNvGraphicFramePr/>
          <p:nvPr/>
        </p:nvGraphicFramePr>
        <p:xfrm>
          <a:off x="335100" y="3915825"/>
          <a:ext cx="153140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R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41" name="Google Shape;3341;p120"/>
          <p:cNvSpPr/>
          <p:nvPr/>
        </p:nvSpPr>
        <p:spPr>
          <a:xfrm rot="10800000">
            <a:off x="16937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2" name="Google Shape;3342;p120"/>
          <p:cNvSpPr/>
          <p:nvPr/>
        </p:nvSpPr>
        <p:spPr>
          <a:xfrm>
            <a:off x="557600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43" name="Google Shape;3343;p120"/>
          <p:cNvCxnSpPr/>
          <p:nvPr/>
        </p:nvCxnSpPr>
        <p:spPr>
          <a:xfrm rot="10800000">
            <a:off x="6592530" y="31744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4" name="Google Shape;3344;p120"/>
          <p:cNvCxnSpPr>
            <a:stCxn id="3298" idx="1"/>
            <a:endCxn id="3303" idx="5"/>
          </p:cNvCxnSpPr>
          <p:nvPr/>
        </p:nvCxnSpPr>
        <p:spPr>
          <a:xfrm rot="10800000">
            <a:off x="5175545" y="20631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121"/>
          <p:cNvSpPr txBox="1">
            <a:spLocks noGrp="1"/>
          </p:cNvSpPr>
          <p:nvPr>
            <p:ph type="ctrTitle" idx="4294967295"/>
          </p:nvPr>
        </p:nvSpPr>
        <p:spPr>
          <a:xfrm>
            <a:off x="2908200" y="161550"/>
            <a:ext cx="3371414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 dirty="0"/>
              <a:t>Failure Links</a:t>
            </a:r>
            <a:endParaRPr sz="4100" dirty="0"/>
          </a:p>
        </p:txBody>
      </p:sp>
      <p:sp>
        <p:nvSpPr>
          <p:cNvPr id="3350" name="Google Shape;3350;p121"/>
          <p:cNvSpPr txBox="1"/>
          <p:nvPr/>
        </p:nvSpPr>
        <p:spPr>
          <a:xfrm>
            <a:off x="1365450" y="991875"/>
            <a:ext cx="64131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s" sz="20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failure link </a:t>
            </a: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(también llamado </a:t>
            </a:r>
            <a:r>
              <a:rPr lang="es" sz="20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suffix link</a:t>
            </a: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es una arista que va desde el nodo correspondiente al string α hasta el nodo correspondiente al string ω tal que ω es el sufijo más largo de α que se encuentra en el trie.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Cuando llegamos a una parte del string donde no podemos seguir leyendo caracteres, retrocedemos de profundidad mediante los failure links para tratar de mantener el mayor contexto posible.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Todos los nodos del trie van a tener un failure link asociado a él.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p122"/>
          <p:cNvSpPr txBox="1">
            <a:spLocks noGrp="1"/>
          </p:cNvSpPr>
          <p:nvPr>
            <p:ph type="ctrTitle" idx="4294967295"/>
          </p:nvPr>
        </p:nvSpPr>
        <p:spPr>
          <a:xfrm>
            <a:off x="679050" y="129800"/>
            <a:ext cx="77859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¿Por qué son tan importantes?</a:t>
            </a:r>
            <a:endParaRPr sz="4100"/>
          </a:p>
        </p:txBody>
      </p:sp>
      <p:sp>
        <p:nvSpPr>
          <p:cNvPr id="3356" name="Google Shape;3356;p122"/>
          <p:cNvSpPr txBox="1"/>
          <p:nvPr/>
        </p:nvSpPr>
        <p:spPr>
          <a:xfrm>
            <a:off x="1365450" y="991875"/>
            <a:ext cx="6413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Hay una mejora sustancial de rendimiento usando los failure links en nuestra búsqueda de patrones.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cada paso: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○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flecha negra (fin) avanza en el  trie, o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○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flecha naranja (inicio)  avanza un carácter.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Cada flecha puede avanzar m veces.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Esto reduce la cantidad de tiempo que pasamos comparando caracteres de O(mL</a:t>
            </a:r>
            <a:r>
              <a:rPr lang="es" sz="2000" baseline="-25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</a:t>
            </a:r>
            <a:r>
              <a:rPr lang="e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a O(m)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7" name="Google Shape;3357;p122"/>
          <p:cNvSpPr txBox="1"/>
          <p:nvPr/>
        </p:nvSpPr>
        <p:spPr>
          <a:xfrm>
            <a:off x="1001250" y="4144450"/>
            <a:ext cx="7305468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Esto solo es útil si podemos construir los enlaces rápidamente…</a:t>
            </a:r>
            <a:endParaRPr sz="2000" dirty="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123"/>
          <p:cNvSpPr txBox="1">
            <a:spLocks noGrp="1"/>
          </p:cNvSpPr>
          <p:nvPr>
            <p:ph type="ctrTitle" idx="4294967295"/>
          </p:nvPr>
        </p:nvSpPr>
        <p:spPr>
          <a:xfrm>
            <a:off x="205800" y="565600"/>
            <a:ext cx="9144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800"/>
              <a:t>¿Los failure links son suficientes?</a:t>
            </a:r>
            <a:endParaRPr sz="5800"/>
          </a:p>
        </p:txBody>
      </p:sp>
      <p:sp>
        <p:nvSpPr>
          <p:cNvPr id="3363" name="Google Shape;3363;p123"/>
          <p:cNvSpPr txBox="1"/>
          <p:nvPr/>
        </p:nvSpPr>
        <p:spPr>
          <a:xfrm>
            <a:off x="2139750" y="3639850"/>
            <a:ext cx="535172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Un problema con esta optimización</a:t>
            </a:r>
            <a:endParaRPr sz="2600" dirty="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" name="Google Shape;3368;p124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9" name="Google Shape;3369;p124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0" name="Google Shape;3370;p124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1" name="Google Shape;3371;p124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2" name="Google Shape;3372;p124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3" name="Google Shape;3373;p124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4" name="Google Shape;3374;p124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5" name="Google Shape;3375;p124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6" name="Google Shape;3376;p124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7" name="Google Shape;3377;p124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78" name="Google Shape;3378;p124"/>
          <p:cNvCxnSpPr>
            <a:stCxn id="3369" idx="4"/>
            <a:endCxn id="3373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9" name="Google Shape;3379;p124"/>
          <p:cNvCxnSpPr>
            <a:stCxn id="3373" idx="6"/>
            <a:endCxn id="3374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0" name="Google Shape;3380;p124"/>
          <p:cNvCxnSpPr>
            <a:stCxn id="3374" idx="6"/>
            <a:endCxn id="3375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1" name="Google Shape;3381;p124"/>
          <p:cNvCxnSpPr>
            <a:stCxn id="3369" idx="6"/>
            <a:endCxn id="3370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2" name="Google Shape;3382;p124"/>
          <p:cNvCxnSpPr>
            <a:stCxn id="3370" idx="6"/>
            <a:endCxn id="3371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3" name="Google Shape;3383;p124"/>
          <p:cNvCxnSpPr>
            <a:stCxn id="3371" idx="6"/>
            <a:endCxn id="3372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4" name="Google Shape;3384;p124"/>
          <p:cNvCxnSpPr>
            <a:stCxn id="3376" idx="6"/>
            <a:endCxn id="3377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5" name="Google Shape;3385;p124"/>
          <p:cNvCxnSpPr>
            <a:stCxn id="3375" idx="6"/>
            <a:endCxn id="3386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7" name="Google Shape;3387;p124"/>
          <p:cNvCxnSpPr>
            <a:stCxn id="3369" idx="7"/>
            <a:endCxn id="3376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8" name="Google Shape;3388;p124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9" name="Google Shape;3389;p124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0" name="Google Shape;3390;p124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1" name="Google Shape;3391;p124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2" name="Google Shape;3392;p124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3" name="Google Shape;3393;p124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4" name="Google Shape;3394;p124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5" name="Google Shape;3395;p124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6" name="Google Shape;3396;p124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7" name="Google Shape;3397;p124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398" name="Google Shape;3398;p124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99" name="Google Shape;3399;p124"/>
          <p:cNvSpPr/>
          <p:nvPr/>
        </p:nvSpPr>
        <p:spPr>
          <a:xfrm rot="10800000">
            <a:off x="186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0" name="Google Shape;3400;p124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01" name="Google Shape;3401;p124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02" name="Google Shape;3402;p124"/>
          <p:cNvCxnSpPr>
            <a:stCxn id="3372" idx="1"/>
            <a:endCxn id="3377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403" name="Google Shape;3403;p124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04" name="Google Shape;3404;p124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05" name="Google Shape;3405;p124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06" name="Google Shape;3406;p124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07" name="Google Shape;3407;p124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8" name="Google Shape;3408;p124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09" name="Google Shape;3409;p124"/>
          <p:cNvCxnSpPr>
            <a:stCxn id="3397" idx="6"/>
            <a:endCxn id="3407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0" name="Google Shape;3410;p124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11" name="Google Shape;3411;p124"/>
          <p:cNvCxnSpPr>
            <a:stCxn id="3375" idx="1"/>
            <a:endCxn id="3371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2" name="Google Shape;3412;p124"/>
          <p:cNvCxnSpPr>
            <a:stCxn id="3371" idx="1"/>
            <a:endCxn id="3376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3" name="Google Shape;3413;p124"/>
          <p:cNvCxnSpPr>
            <a:stCxn id="3374" idx="1"/>
            <a:endCxn id="3370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4" name="Google Shape;3414;p124"/>
          <p:cNvCxnSpPr>
            <a:stCxn id="3373" idx="1"/>
            <a:endCxn id="3369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5" name="Google Shape;3415;p124"/>
          <p:cNvCxnSpPr>
            <a:stCxn id="3370" idx="3"/>
            <a:endCxn id="3369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6" name="Google Shape;3416;p124"/>
          <p:cNvCxnSpPr>
            <a:stCxn id="3376" idx="4"/>
            <a:endCxn id="3369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7" name="Google Shape;3417;p124"/>
          <p:cNvCxnSpPr>
            <a:stCxn id="3377" idx="1"/>
            <a:endCxn id="3369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8" name="Google Shape;3418;p124"/>
          <p:cNvCxnSpPr>
            <a:stCxn id="3407" idx="3"/>
            <a:endCxn id="3369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9" name="Google Shape;3419;p124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0" name="Google Shape;3420;p124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1" name="Google Shape;3421;p124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125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7" name="Google Shape;3427;p125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8" name="Google Shape;3428;p125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9" name="Google Shape;3429;p125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0" name="Google Shape;3430;p125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1" name="Google Shape;3431;p125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2" name="Google Shape;3432;p125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3" name="Google Shape;3433;p125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4" name="Google Shape;3434;p125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5" name="Google Shape;3435;p125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36" name="Google Shape;3436;p125"/>
          <p:cNvCxnSpPr>
            <a:stCxn id="3427" idx="4"/>
            <a:endCxn id="3431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37" name="Google Shape;3437;p125"/>
          <p:cNvCxnSpPr>
            <a:stCxn id="3431" idx="6"/>
            <a:endCxn id="3432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38" name="Google Shape;3438;p125"/>
          <p:cNvCxnSpPr>
            <a:stCxn id="3432" idx="6"/>
            <a:endCxn id="3433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39" name="Google Shape;3439;p125"/>
          <p:cNvCxnSpPr>
            <a:stCxn id="3427" idx="6"/>
            <a:endCxn id="3428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0" name="Google Shape;3440;p125"/>
          <p:cNvCxnSpPr>
            <a:stCxn id="3428" idx="6"/>
            <a:endCxn id="3429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1" name="Google Shape;3441;p125"/>
          <p:cNvCxnSpPr>
            <a:stCxn id="3429" idx="6"/>
            <a:endCxn id="3430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2" name="Google Shape;3442;p125"/>
          <p:cNvCxnSpPr>
            <a:stCxn id="3434" idx="6"/>
            <a:endCxn id="3435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3" name="Google Shape;3443;p125"/>
          <p:cNvCxnSpPr>
            <a:stCxn id="3433" idx="6"/>
            <a:endCxn id="3444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5" name="Google Shape;3445;p125"/>
          <p:cNvCxnSpPr>
            <a:stCxn id="3427" idx="7"/>
            <a:endCxn id="3434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46" name="Google Shape;3446;p125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7" name="Google Shape;3447;p125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8" name="Google Shape;3448;p125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9" name="Google Shape;3449;p125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0" name="Google Shape;3450;p125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1" name="Google Shape;3451;p125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2" name="Google Shape;3452;p125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3" name="Google Shape;3453;p125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4" name="Google Shape;3454;p125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5" name="Google Shape;3455;p125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456" name="Google Shape;3456;p125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57" name="Google Shape;3457;p125"/>
          <p:cNvSpPr/>
          <p:nvPr/>
        </p:nvSpPr>
        <p:spPr>
          <a:xfrm rot="10800000">
            <a:off x="56005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8" name="Google Shape;3458;p125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59" name="Google Shape;3459;p125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0" name="Google Shape;3460;p125"/>
          <p:cNvCxnSpPr>
            <a:stCxn id="3430" idx="1"/>
            <a:endCxn id="3435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461" name="Google Shape;3461;p125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62" name="Google Shape;3462;p125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63" name="Google Shape;3463;p125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64" name="Google Shape;3464;p125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65" name="Google Shape;3465;p125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6" name="Google Shape;3466;p125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67" name="Google Shape;3467;p125"/>
          <p:cNvCxnSpPr>
            <a:stCxn id="3455" idx="6"/>
            <a:endCxn id="3465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68" name="Google Shape;3468;p125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69" name="Google Shape;3469;p125"/>
          <p:cNvCxnSpPr>
            <a:stCxn id="3433" idx="1"/>
            <a:endCxn id="3429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0" name="Google Shape;3470;p125"/>
          <p:cNvCxnSpPr>
            <a:stCxn id="3429" idx="1"/>
            <a:endCxn id="3434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1" name="Google Shape;3471;p125"/>
          <p:cNvCxnSpPr>
            <a:stCxn id="3432" idx="1"/>
            <a:endCxn id="3428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2" name="Google Shape;3472;p125"/>
          <p:cNvCxnSpPr>
            <a:stCxn id="3431" idx="1"/>
            <a:endCxn id="3427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3" name="Google Shape;3473;p125"/>
          <p:cNvCxnSpPr>
            <a:stCxn id="3428" idx="3"/>
            <a:endCxn id="3427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4" name="Google Shape;3474;p125"/>
          <p:cNvCxnSpPr>
            <a:stCxn id="3434" idx="4"/>
            <a:endCxn id="3427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5" name="Google Shape;3475;p125"/>
          <p:cNvCxnSpPr>
            <a:stCxn id="3435" idx="1"/>
            <a:endCxn id="3427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6" name="Google Shape;3476;p125"/>
          <p:cNvCxnSpPr>
            <a:stCxn id="3465" idx="3"/>
            <a:endCxn id="3427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77" name="Google Shape;3477;p125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8" name="Google Shape;3478;p125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9" name="Google Shape;3479;p125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p126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5" name="Google Shape;3485;p126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6" name="Google Shape;3486;p126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7" name="Google Shape;3487;p126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8" name="Google Shape;3488;p126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9" name="Google Shape;3489;p126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0" name="Google Shape;3490;p126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1" name="Google Shape;3491;p126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2" name="Google Shape;3492;p126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3" name="Google Shape;3493;p126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94" name="Google Shape;3494;p126"/>
          <p:cNvCxnSpPr>
            <a:stCxn id="3485" idx="4"/>
            <a:endCxn id="3489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5" name="Google Shape;3495;p126"/>
          <p:cNvCxnSpPr>
            <a:stCxn id="3489" idx="6"/>
            <a:endCxn id="3490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6" name="Google Shape;3496;p126"/>
          <p:cNvCxnSpPr>
            <a:stCxn id="3490" idx="6"/>
            <a:endCxn id="3491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7" name="Google Shape;3497;p126"/>
          <p:cNvCxnSpPr>
            <a:stCxn id="3485" idx="6"/>
            <a:endCxn id="3486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8" name="Google Shape;3498;p126"/>
          <p:cNvCxnSpPr>
            <a:stCxn id="3486" idx="6"/>
            <a:endCxn id="3487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9" name="Google Shape;3499;p126"/>
          <p:cNvCxnSpPr>
            <a:stCxn id="3487" idx="6"/>
            <a:endCxn id="3488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0" name="Google Shape;3500;p126"/>
          <p:cNvCxnSpPr>
            <a:stCxn id="3492" idx="6"/>
            <a:endCxn id="3493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1" name="Google Shape;3501;p126"/>
          <p:cNvCxnSpPr>
            <a:stCxn id="3491" idx="6"/>
            <a:endCxn id="3502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3" name="Google Shape;3503;p126"/>
          <p:cNvCxnSpPr>
            <a:stCxn id="3485" idx="7"/>
            <a:endCxn id="3492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04" name="Google Shape;3504;p126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5" name="Google Shape;3505;p126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6" name="Google Shape;3506;p126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7" name="Google Shape;3507;p126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8" name="Google Shape;3508;p126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9" name="Google Shape;3509;p126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0" name="Google Shape;3510;p126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1" name="Google Shape;3511;p126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2" name="Google Shape;3512;p126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3" name="Google Shape;3513;p126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514" name="Google Shape;3514;p126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15" name="Google Shape;3515;p126"/>
          <p:cNvSpPr/>
          <p:nvPr/>
        </p:nvSpPr>
        <p:spPr>
          <a:xfrm rot="10800000">
            <a:off x="94290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6" name="Google Shape;3516;p126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17" name="Google Shape;3517;p126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8" name="Google Shape;3518;p126"/>
          <p:cNvCxnSpPr>
            <a:stCxn id="3488" idx="1"/>
            <a:endCxn id="3493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519" name="Google Shape;3519;p126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20" name="Google Shape;3520;p126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21" name="Google Shape;3521;p126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22" name="Google Shape;3522;p126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23" name="Google Shape;3523;p126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4" name="Google Shape;3524;p126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25" name="Google Shape;3525;p126"/>
          <p:cNvCxnSpPr>
            <a:stCxn id="3513" idx="6"/>
            <a:endCxn id="3523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6" name="Google Shape;3526;p126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27" name="Google Shape;3527;p126"/>
          <p:cNvCxnSpPr>
            <a:stCxn id="3491" idx="1"/>
            <a:endCxn id="3487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28" name="Google Shape;3528;p126"/>
          <p:cNvCxnSpPr>
            <a:stCxn id="3487" idx="1"/>
            <a:endCxn id="3492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29" name="Google Shape;3529;p126"/>
          <p:cNvCxnSpPr>
            <a:stCxn id="3490" idx="1"/>
            <a:endCxn id="3486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0" name="Google Shape;3530;p126"/>
          <p:cNvCxnSpPr>
            <a:stCxn id="3489" idx="1"/>
            <a:endCxn id="3485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1" name="Google Shape;3531;p126"/>
          <p:cNvCxnSpPr>
            <a:stCxn id="3486" idx="3"/>
            <a:endCxn id="3485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2" name="Google Shape;3532;p126"/>
          <p:cNvCxnSpPr>
            <a:stCxn id="3492" idx="4"/>
            <a:endCxn id="3485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3" name="Google Shape;3533;p126"/>
          <p:cNvCxnSpPr>
            <a:stCxn id="3493" idx="1"/>
            <a:endCxn id="3485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4" name="Google Shape;3534;p126"/>
          <p:cNvCxnSpPr>
            <a:stCxn id="3523" idx="3"/>
            <a:endCxn id="3485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5" name="Google Shape;3535;p126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36" name="Google Shape;3536;p126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37" name="Google Shape;3537;p126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p127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3" name="Google Shape;3543;p127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4" name="Google Shape;3544;p127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5" name="Google Shape;3545;p127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6" name="Google Shape;3546;p127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7" name="Google Shape;3547;p127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8" name="Google Shape;3548;p127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9" name="Google Shape;3549;p127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0" name="Google Shape;3550;p127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1" name="Google Shape;3551;p127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52" name="Google Shape;3552;p127"/>
          <p:cNvCxnSpPr>
            <a:stCxn id="3543" idx="4"/>
            <a:endCxn id="3547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3" name="Google Shape;3553;p127"/>
          <p:cNvCxnSpPr>
            <a:stCxn id="3547" idx="6"/>
            <a:endCxn id="3548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4" name="Google Shape;3554;p127"/>
          <p:cNvCxnSpPr>
            <a:stCxn id="3548" idx="6"/>
            <a:endCxn id="3549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5" name="Google Shape;3555;p127"/>
          <p:cNvCxnSpPr>
            <a:stCxn id="3543" idx="6"/>
            <a:endCxn id="3544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6" name="Google Shape;3556;p127"/>
          <p:cNvCxnSpPr>
            <a:stCxn id="3544" idx="6"/>
            <a:endCxn id="3545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7" name="Google Shape;3557;p127"/>
          <p:cNvCxnSpPr>
            <a:stCxn id="3545" idx="6"/>
            <a:endCxn id="3546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8" name="Google Shape;3558;p127"/>
          <p:cNvCxnSpPr>
            <a:stCxn id="3550" idx="6"/>
            <a:endCxn id="3551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9" name="Google Shape;3559;p127"/>
          <p:cNvCxnSpPr>
            <a:stCxn id="3549" idx="6"/>
            <a:endCxn id="3560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61" name="Google Shape;3561;p127"/>
          <p:cNvCxnSpPr>
            <a:stCxn id="3543" idx="7"/>
            <a:endCxn id="3550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62" name="Google Shape;3562;p127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3" name="Google Shape;3563;p127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4" name="Google Shape;3564;p127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5" name="Google Shape;3565;p127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6" name="Google Shape;3566;p127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7" name="Google Shape;3567;p127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8" name="Google Shape;3568;p127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9" name="Google Shape;3569;p127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0" name="Google Shape;3570;p127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1" name="Google Shape;3571;p127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572" name="Google Shape;3572;p127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73" name="Google Shape;3573;p127"/>
          <p:cNvSpPr/>
          <p:nvPr/>
        </p:nvSpPr>
        <p:spPr>
          <a:xfrm rot="10800000">
            <a:off x="130247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4" name="Google Shape;3574;p127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75" name="Google Shape;3575;p127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76" name="Google Shape;3576;p127"/>
          <p:cNvCxnSpPr>
            <a:stCxn id="3546" idx="1"/>
            <a:endCxn id="3551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577" name="Google Shape;3577;p127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78" name="Google Shape;3578;p127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79" name="Google Shape;3579;p127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80" name="Google Shape;3580;p127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81" name="Google Shape;3581;p127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2" name="Google Shape;3582;p127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83" name="Google Shape;3583;p127"/>
          <p:cNvCxnSpPr>
            <a:stCxn id="3571" idx="6"/>
            <a:endCxn id="3581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4" name="Google Shape;3584;p127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85" name="Google Shape;3585;p127"/>
          <p:cNvCxnSpPr>
            <a:stCxn id="3549" idx="1"/>
            <a:endCxn id="3545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6" name="Google Shape;3586;p127"/>
          <p:cNvCxnSpPr>
            <a:stCxn id="3545" idx="1"/>
            <a:endCxn id="3550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7" name="Google Shape;3587;p127"/>
          <p:cNvCxnSpPr>
            <a:stCxn id="3548" idx="1"/>
            <a:endCxn id="3544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8" name="Google Shape;3588;p127"/>
          <p:cNvCxnSpPr>
            <a:stCxn id="3547" idx="1"/>
            <a:endCxn id="3543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9" name="Google Shape;3589;p127"/>
          <p:cNvCxnSpPr>
            <a:stCxn id="3544" idx="3"/>
            <a:endCxn id="3543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0" name="Google Shape;3590;p127"/>
          <p:cNvCxnSpPr>
            <a:stCxn id="3550" idx="4"/>
            <a:endCxn id="3543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1" name="Google Shape;3591;p127"/>
          <p:cNvCxnSpPr>
            <a:stCxn id="3551" idx="1"/>
            <a:endCxn id="3543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2" name="Google Shape;3592;p127"/>
          <p:cNvCxnSpPr>
            <a:stCxn id="3581" idx="3"/>
            <a:endCxn id="3543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93" name="Google Shape;3593;p127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4" name="Google Shape;3594;p127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5" name="Google Shape;3595;p127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128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1" name="Google Shape;3601;p128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2" name="Google Shape;3602;p128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3" name="Google Shape;3603;p128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4" name="Google Shape;3604;p128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5" name="Google Shape;3605;p128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6" name="Google Shape;3606;p128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7" name="Google Shape;3607;p128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8" name="Google Shape;3608;p128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9" name="Google Shape;3609;p128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10" name="Google Shape;3610;p128"/>
          <p:cNvCxnSpPr>
            <a:stCxn id="3601" idx="4"/>
            <a:endCxn id="3605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1" name="Google Shape;3611;p128"/>
          <p:cNvCxnSpPr>
            <a:stCxn id="3605" idx="6"/>
            <a:endCxn id="3606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2" name="Google Shape;3612;p128"/>
          <p:cNvCxnSpPr>
            <a:stCxn id="3606" idx="6"/>
            <a:endCxn id="3607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3" name="Google Shape;3613;p128"/>
          <p:cNvCxnSpPr>
            <a:stCxn id="3601" idx="6"/>
            <a:endCxn id="3602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4" name="Google Shape;3614;p128"/>
          <p:cNvCxnSpPr>
            <a:stCxn id="3602" idx="6"/>
            <a:endCxn id="3603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5" name="Google Shape;3615;p128"/>
          <p:cNvCxnSpPr>
            <a:stCxn id="3603" idx="6"/>
            <a:endCxn id="3604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6" name="Google Shape;3616;p128"/>
          <p:cNvCxnSpPr>
            <a:stCxn id="3608" idx="6"/>
            <a:endCxn id="3609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7" name="Google Shape;3617;p128"/>
          <p:cNvCxnSpPr>
            <a:stCxn id="3607" idx="6"/>
            <a:endCxn id="3618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9" name="Google Shape;3619;p128"/>
          <p:cNvCxnSpPr>
            <a:stCxn id="3601" idx="7"/>
            <a:endCxn id="3608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0" name="Google Shape;3620;p128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1" name="Google Shape;3621;p128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2" name="Google Shape;3622;p128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3" name="Google Shape;3623;p128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4" name="Google Shape;3624;p128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5" name="Google Shape;3625;p128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6" name="Google Shape;3626;p128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7" name="Google Shape;3627;p128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8" name="Google Shape;3628;p128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9" name="Google Shape;3629;p128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30" name="Google Shape;3630;p128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31" name="Google Shape;3631;p128"/>
          <p:cNvSpPr/>
          <p:nvPr/>
        </p:nvSpPr>
        <p:spPr>
          <a:xfrm rot="10800000">
            <a:off x="16853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2" name="Google Shape;3632;p128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33" name="Google Shape;3633;p128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4" name="Google Shape;3634;p128"/>
          <p:cNvCxnSpPr>
            <a:stCxn id="3604" idx="1"/>
            <a:endCxn id="3609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635" name="Google Shape;3635;p128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36" name="Google Shape;3636;p128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37" name="Google Shape;3637;p128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38" name="Google Shape;3638;p128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39" name="Google Shape;3639;p128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0" name="Google Shape;3640;p128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41" name="Google Shape;3641;p128"/>
          <p:cNvCxnSpPr>
            <a:stCxn id="3629" idx="6"/>
            <a:endCxn id="3639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2" name="Google Shape;3642;p128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43" name="Google Shape;3643;p128"/>
          <p:cNvCxnSpPr>
            <a:stCxn id="3607" idx="1"/>
            <a:endCxn id="3603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4" name="Google Shape;3644;p128"/>
          <p:cNvCxnSpPr>
            <a:stCxn id="3603" idx="1"/>
            <a:endCxn id="3608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5" name="Google Shape;3645;p128"/>
          <p:cNvCxnSpPr>
            <a:stCxn id="3606" idx="1"/>
            <a:endCxn id="3602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6" name="Google Shape;3646;p128"/>
          <p:cNvCxnSpPr>
            <a:stCxn id="3605" idx="1"/>
            <a:endCxn id="3601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7" name="Google Shape;3647;p128"/>
          <p:cNvCxnSpPr>
            <a:stCxn id="3602" idx="3"/>
            <a:endCxn id="3601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8" name="Google Shape;3648;p128"/>
          <p:cNvCxnSpPr>
            <a:stCxn id="3608" idx="4"/>
            <a:endCxn id="3601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9" name="Google Shape;3649;p128"/>
          <p:cNvCxnSpPr>
            <a:stCxn id="3609" idx="1"/>
            <a:endCxn id="3601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0" name="Google Shape;3650;p128"/>
          <p:cNvCxnSpPr>
            <a:stCxn id="3639" idx="3"/>
            <a:endCxn id="3601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51" name="Google Shape;3651;p128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52" name="Google Shape;3652;p128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53" name="Google Shape;3653;p128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129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59" name="Google Shape;3659;p129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0" name="Google Shape;3660;p129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1" name="Google Shape;3661;p129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2" name="Google Shape;3662;p129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3" name="Google Shape;3663;p129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4" name="Google Shape;3664;p129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5" name="Google Shape;3665;p129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6" name="Google Shape;3666;p129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7" name="Google Shape;3667;p129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68" name="Google Shape;3668;p129"/>
          <p:cNvCxnSpPr>
            <a:stCxn id="3659" idx="4"/>
            <a:endCxn id="3663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9" name="Google Shape;3669;p129"/>
          <p:cNvCxnSpPr>
            <a:stCxn id="3663" idx="6"/>
            <a:endCxn id="3664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0" name="Google Shape;3670;p129"/>
          <p:cNvCxnSpPr>
            <a:stCxn id="3664" idx="6"/>
            <a:endCxn id="3665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1" name="Google Shape;3671;p129"/>
          <p:cNvCxnSpPr>
            <a:stCxn id="3659" idx="6"/>
            <a:endCxn id="3660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2" name="Google Shape;3672;p129"/>
          <p:cNvCxnSpPr>
            <a:stCxn id="3660" idx="6"/>
            <a:endCxn id="3661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3" name="Google Shape;3673;p129"/>
          <p:cNvCxnSpPr>
            <a:stCxn id="3661" idx="6"/>
            <a:endCxn id="3662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4" name="Google Shape;3674;p129"/>
          <p:cNvCxnSpPr>
            <a:stCxn id="3666" idx="6"/>
            <a:endCxn id="3667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5" name="Google Shape;3675;p129"/>
          <p:cNvCxnSpPr>
            <a:stCxn id="3665" idx="6"/>
            <a:endCxn id="3676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7" name="Google Shape;3677;p129"/>
          <p:cNvCxnSpPr>
            <a:stCxn id="3659" idx="7"/>
            <a:endCxn id="3666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8" name="Google Shape;3678;p129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79" name="Google Shape;3679;p129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0" name="Google Shape;3680;p129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1" name="Google Shape;3681;p129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2" name="Google Shape;3682;p129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3" name="Google Shape;3683;p129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4" name="Google Shape;3684;p129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5" name="Google Shape;3685;p129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6" name="Google Shape;3686;p129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7" name="Google Shape;3687;p129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88" name="Google Shape;3688;p129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89" name="Google Shape;3689;p129"/>
          <p:cNvSpPr/>
          <p:nvPr/>
        </p:nvSpPr>
        <p:spPr>
          <a:xfrm rot="10800000">
            <a:off x="2081450" y="431817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90" name="Google Shape;3690;p129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1" name="Google Shape;3691;p129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92" name="Google Shape;3692;p129"/>
          <p:cNvCxnSpPr>
            <a:stCxn id="3662" idx="1"/>
            <a:endCxn id="3667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693" name="Google Shape;3693;p129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94" name="Google Shape;3694;p129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95" name="Google Shape;3695;p129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96" name="Google Shape;3696;p129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7" name="Google Shape;3697;p129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98" name="Google Shape;3698;p129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9" name="Google Shape;3699;p129"/>
          <p:cNvCxnSpPr>
            <a:stCxn id="3687" idx="6"/>
            <a:endCxn id="3697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00" name="Google Shape;3700;p129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01" name="Google Shape;3701;p129"/>
          <p:cNvCxnSpPr>
            <a:stCxn id="3665" idx="1"/>
            <a:endCxn id="3661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2" name="Google Shape;3702;p129"/>
          <p:cNvCxnSpPr>
            <a:stCxn id="3661" idx="1"/>
            <a:endCxn id="3666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3" name="Google Shape;3703;p129"/>
          <p:cNvCxnSpPr>
            <a:stCxn id="3664" idx="1"/>
            <a:endCxn id="3660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4" name="Google Shape;3704;p129"/>
          <p:cNvCxnSpPr>
            <a:stCxn id="3663" idx="1"/>
            <a:endCxn id="3659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5" name="Google Shape;3705;p129"/>
          <p:cNvCxnSpPr>
            <a:stCxn id="3660" idx="3"/>
            <a:endCxn id="3659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6" name="Google Shape;3706;p129"/>
          <p:cNvCxnSpPr>
            <a:stCxn id="3666" idx="4"/>
            <a:endCxn id="3659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7" name="Google Shape;3707;p129"/>
          <p:cNvCxnSpPr>
            <a:stCxn id="3667" idx="1"/>
            <a:endCxn id="3659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8" name="Google Shape;3708;p129"/>
          <p:cNvCxnSpPr>
            <a:stCxn id="3697" idx="3"/>
            <a:endCxn id="3659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09" name="Google Shape;3709;p129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0" name="Google Shape;3710;p129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1" name="Google Shape;3711;p129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6" name="Google Shape;3716;p130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7" name="Google Shape;3717;p130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8" name="Google Shape;3718;p130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9" name="Google Shape;3719;p130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0" name="Google Shape;3720;p130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1" name="Google Shape;3721;p130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2" name="Google Shape;3722;p130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3" name="Google Shape;3723;p130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4" name="Google Shape;3724;p130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5" name="Google Shape;3725;p130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26" name="Google Shape;3726;p130"/>
          <p:cNvCxnSpPr>
            <a:stCxn id="3717" idx="4"/>
            <a:endCxn id="3721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7" name="Google Shape;3727;p130"/>
          <p:cNvCxnSpPr>
            <a:stCxn id="3721" idx="6"/>
            <a:endCxn id="3722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8" name="Google Shape;3728;p130"/>
          <p:cNvCxnSpPr>
            <a:stCxn id="3722" idx="6"/>
            <a:endCxn id="3723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9" name="Google Shape;3729;p130"/>
          <p:cNvCxnSpPr>
            <a:stCxn id="3717" idx="6"/>
            <a:endCxn id="3718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0" name="Google Shape;3730;p130"/>
          <p:cNvCxnSpPr>
            <a:stCxn id="3718" idx="6"/>
            <a:endCxn id="3719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1" name="Google Shape;3731;p130"/>
          <p:cNvCxnSpPr>
            <a:stCxn id="3719" idx="6"/>
            <a:endCxn id="3720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2" name="Google Shape;3732;p130"/>
          <p:cNvCxnSpPr>
            <a:stCxn id="3724" idx="6"/>
            <a:endCxn id="3725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3" name="Google Shape;3733;p130"/>
          <p:cNvCxnSpPr>
            <a:stCxn id="3723" idx="6"/>
            <a:endCxn id="3734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5" name="Google Shape;3735;p130"/>
          <p:cNvCxnSpPr>
            <a:stCxn id="3717" idx="7"/>
            <a:endCxn id="3724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36" name="Google Shape;3736;p130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7" name="Google Shape;3737;p130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8" name="Google Shape;3738;p130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9" name="Google Shape;3739;p130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0" name="Google Shape;3740;p130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1" name="Google Shape;3741;p130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2" name="Google Shape;3742;p130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3" name="Google Shape;3743;p130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4" name="Google Shape;3744;p130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5" name="Google Shape;3745;p130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746" name="Google Shape;3746;p130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47" name="Google Shape;3747;p130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8" name="Google Shape;3748;p130"/>
          <p:cNvCxnSpPr>
            <a:stCxn id="3720" idx="1"/>
            <a:endCxn id="3725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749" name="Google Shape;3749;p130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50" name="Google Shape;3750;p130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51" name="Google Shape;3751;p130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52" name="Google Shape;3752;p130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53" name="Google Shape;3753;p130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4" name="Google Shape;3754;p130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55" name="Google Shape;3755;p130"/>
          <p:cNvCxnSpPr>
            <a:stCxn id="3745" idx="6"/>
            <a:endCxn id="3753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56" name="Google Shape;3756;p130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57" name="Google Shape;3757;p130"/>
          <p:cNvCxnSpPr>
            <a:stCxn id="3723" idx="1"/>
            <a:endCxn id="3719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8" name="Google Shape;3758;p130"/>
          <p:cNvCxnSpPr>
            <a:stCxn id="3719" idx="1"/>
            <a:endCxn id="3724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9" name="Google Shape;3759;p130"/>
          <p:cNvCxnSpPr>
            <a:stCxn id="3722" idx="1"/>
            <a:endCxn id="3718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0" name="Google Shape;3760;p130"/>
          <p:cNvCxnSpPr>
            <a:stCxn id="3721" idx="1"/>
            <a:endCxn id="3717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1" name="Google Shape;3761;p130"/>
          <p:cNvCxnSpPr>
            <a:stCxn id="3718" idx="3"/>
            <a:endCxn id="3717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2" name="Google Shape;3762;p130"/>
          <p:cNvCxnSpPr>
            <a:stCxn id="3724" idx="4"/>
            <a:endCxn id="3717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3" name="Google Shape;3763;p130"/>
          <p:cNvCxnSpPr>
            <a:stCxn id="3725" idx="1"/>
            <a:endCxn id="3717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4" name="Google Shape;3764;p130"/>
          <p:cNvCxnSpPr>
            <a:stCxn id="3753" idx="3"/>
            <a:endCxn id="3717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5" name="Google Shape;3765;p130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6" name="Google Shape;3766;p130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7" name="Google Shape;3767;p130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68" name="Google Shape;3768;p130"/>
          <p:cNvCxnSpPr/>
          <p:nvPr/>
        </p:nvCxnSpPr>
        <p:spPr>
          <a:xfrm>
            <a:off x="379975" y="4434850"/>
            <a:ext cx="18288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3" name="Google Shape;3773;p131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4" name="Google Shape;3774;p131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5" name="Google Shape;3775;p131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6" name="Google Shape;3776;p131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7" name="Google Shape;3777;p131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8" name="Google Shape;3778;p131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9" name="Google Shape;3779;p131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0" name="Google Shape;3780;p131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1" name="Google Shape;3781;p131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2" name="Google Shape;3782;p131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83" name="Google Shape;3783;p131"/>
          <p:cNvCxnSpPr>
            <a:stCxn id="3774" idx="4"/>
            <a:endCxn id="3778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4" name="Google Shape;3784;p131"/>
          <p:cNvCxnSpPr>
            <a:stCxn id="3778" idx="6"/>
            <a:endCxn id="3779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5" name="Google Shape;3785;p131"/>
          <p:cNvCxnSpPr>
            <a:stCxn id="3779" idx="6"/>
            <a:endCxn id="3780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6" name="Google Shape;3786;p131"/>
          <p:cNvCxnSpPr>
            <a:stCxn id="3774" idx="6"/>
            <a:endCxn id="3775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7" name="Google Shape;3787;p131"/>
          <p:cNvCxnSpPr>
            <a:stCxn id="3775" idx="6"/>
            <a:endCxn id="3776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8" name="Google Shape;3788;p131"/>
          <p:cNvCxnSpPr>
            <a:stCxn id="3776" idx="6"/>
            <a:endCxn id="3777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9" name="Google Shape;3789;p131"/>
          <p:cNvCxnSpPr>
            <a:stCxn id="3781" idx="6"/>
            <a:endCxn id="3782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0" name="Google Shape;3790;p131"/>
          <p:cNvCxnSpPr>
            <a:stCxn id="3780" idx="6"/>
            <a:endCxn id="3791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2" name="Google Shape;3792;p131"/>
          <p:cNvCxnSpPr>
            <a:stCxn id="3774" idx="7"/>
            <a:endCxn id="3781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93" name="Google Shape;3793;p131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4" name="Google Shape;3794;p131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5" name="Google Shape;3795;p131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6" name="Google Shape;3796;p131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7" name="Google Shape;3797;p131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8" name="Google Shape;3798;p131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9" name="Google Shape;3799;p131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0" name="Google Shape;3800;p131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1" name="Google Shape;3801;p131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2" name="Google Shape;3802;p131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803" name="Google Shape;3803;p131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04" name="Google Shape;3804;p131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05" name="Google Shape;3805;p131"/>
          <p:cNvCxnSpPr>
            <a:stCxn id="3777" idx="1"/>
            <a:endCxn id="3782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806" name="Google Shape;3806;p131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07" name="Google Shape;3807;p131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08" name="Google Shape;3808;p131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09" name="Google Shape;3809;p131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10" name="Google Shape;3810;p131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1" name="Google Shape;3811;p131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12" name="Google Shape;3812;p131"/>
          <p:cNvCxnSpPr>
            <a:stCxn id="3802" idx="6"/>
            <a:endCxn id="3810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3" name="Google Shape;3813;p131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14" name="Google Shape;3814;p131"/>
          <p:cNvCxnSpPr>
            <a:stCxn id="3780" idx="1"/>
            <a:endCxn id="3776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5" name="Google Shape;3815;p131"/>
          <p:cNvCxnSpPr>
            <a:stCxn id="3776" idx="1"/>
            <a:endCxn id="3781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6" name="Google Shape;3816;p131"/>
          <p:cNvCxnSpPr>
            <a:stCxn id="3779" idx="1"/>
            <a:endCxn id="3775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7" name="Google Shape;3817;p131"/>
          <p:cNvCxnSpPr>
            <a:stCxn id="3778" idx="1"/>
            <a:endCxn id="3774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8" name="Google Shape;3818;p131"/>
          <p:cNvCxnSpPr>
            <a:stCxn id="3775" idx="3"/>
            <a:endCxn id="3774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9" name="Google Shape;3819;p131"/>
          <p:cNvCxnSpPr>
            <a:stCxn id="3781" idx="4"/>
            <a:endCxn id="3774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0" name="Google Shape;3820;p131"/>
          <p:cNvCxnSpPr>
            <a:stCxn id="3782" idx="1"/>
            <a:endCxn id="3774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1" name="Google Shape;3821;p131"/>
          <p:cNvCxnSpPr>
            <a:stCxn id="3810" idx="3"/>
            <a:endCxn id="3774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22" name="Google Shape;3822;p131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23" name="Google Shape;3823;p131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24" name="Google Shape;3824;p131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25" name="Google Shape;3825;p131"/>
          <p:cNvCxnSpPr/>
          <p:nvPr/>
        </p:nvCxnSpPr>
        <p:spPr>
          <a:xfrm>
            <a:off x="379975" y="4434850"/>
            <a:ext cx="18288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6" name="Google Shape;3826;p131"/>
          <p:cNvCxnSpPr/>
          <p:nvPr/>
        </p:nvCxnSpPr>
        <p:spPr>
          <a:xfrm>
            <a:off x="772625" y="3806200"/>
            <a:ext cx="10479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7" name="Google Shape;3827;p131"/>
          <p:cNvCxnSpPr/>
          <p:nvPr/>
        </p:nvCxnSpPr>
        <p:spPr>
          <a:xfrm>
            <a:off x="1153625" y="3663325"/>
            <a:ext cx="6288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8" name="Google Shape;3828;p131"/>
          <p:cNvCxnSpPr/>
          <p:nvPr/>
        </p:nvCxnSpPr>
        <p:spPr>
          <a:xfrm>
            <a:off x="1210775" y="3501400"/>
            <a:ext cx="2763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132"/>
          <p:cNvSpPr txBox="1">
            <a:spLocks noGrp="1"/>
          </p:cNvSpPr>
          <p:nvPr>
            <p:ph type="ctrTitle" idx="4294967295"/>
          </p:nvPr>
        </p:nvSpPr>
        <p:spPr>
          <a:xfrm>
            <a:off x="3029250" y="220825"/>
            <a:ext cx="30855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¿Qué pasó?</a:t>
            </a:r>
            <a:endParaRPr sz="4100"/>
          </a:p>
        </p:txBody>
      </p:sp>
      <p:sp>
        <p:nvSpPr>
          <p:cNvPr id="3834" name="Google Shape;3834;p132"/>
          <p:cNvSpPr txBox="1"/>
          <p:nvPr/>
        </p:nvSpPr>
        <p:spPr>
          <a:xfrm>
            <a:off x="1365450" y="1446950"/>
            <a:ext cx="64131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Optimizamos el algoritmo de una manera que ya no empieza a buscar por cada posición del string.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</a:pPr>
            <a:r>
              <a:rPr lang="es"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Como resultado, puede que no muestre una coincidencia en algunos casos.</a:t>
            </a: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5" name="Google Shape;3835;p132"/>
          <p:cNvSpPr txBox="1"/>
          <p:nvPr/>
        </p:nvSpPr>
        <p:spPr>
          <a:xfrm>
            <a:off x="3029250" y="4228100"/>
            <a:ext cx="3085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990000"/>
                </a:solidFill>
                <a:latin typeface="Lato"/>
                <a:ea typeface="Lato"/>
                <a:cs typeface="Lato"/>
                <a:sym typeface="Lato"/>
              </a:rPr>
              <a:t>¿Podemos evitarlo?</a:t>
            </a:r>
            <a:endParaRPr sz="2600">
              <a:solidFill>
                <a:srgbClr val="99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" name="Google Shape;3840;p133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1" name="Google Shape;3841;p133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2" name="Google Shape;3842;p133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3" name="Google Shape;3843;p133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4" name="Google Shape;3844;p133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5" name="Google Shape;3845;p133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6" name="Google Shape;3846;p133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7" name="Google Shape;3847;p133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8" name="Google Shape;3848;p133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9" name="Google Shape;3849;p133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50" name="Google Shape;3850;p133"/>
          <p:cNvCxnSpPr>
            <a:stCxn id="3841" idx="4"/>
            <a:endCxn id="3845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1" name="Google Shape;3851;p133"/>
          <p:cNvCxnSpPr>
            <a:stCxn id="3845" idx="6"/>
            <a:endCxn id="3846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2" name="Google Shape;3852;p133"/>
          <p:cNvCxnSpPr>
            <a:stCxn id="3846" idx="6"/>
            <a:endCxn id="3847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3" name="Google Shape;3853;p133"/>
          <p:cNvCxnSpPr>
            <a:stCxn id="3841" idx="6"/>
            <a:endCxn id="3842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4" name="Google Shape;3854;p133"/>
          <p:cNvCxnSpPr>
            <a:stCxn id="3842" idx="6"/>
            <a:endCxn id="3843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5" name="Google Shape;3855;p133"/>
          <p:cNvCxnSpPr>
            <a:stCxn id="3843" idx="6"/>
            <a:endCxn id="3844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6" name="Google Shape;3856;p133"/>
          <p:cNvCxnSpPr>
            <a:stCxn id="3848" idx="6"/>
            <a:endCxn id="3849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7" name="Google Shape;3857;p133"/>
          <p:cNvCxnSpPr>
            <a:stCxn id="3847" idx="6"/>
            <a:endCxn id="3858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9" name="Google Shape;3859;p133"/>
          <p:cNvCxnSpPr>
            <a:stCxn id="3841" idx="7"/>
            <a:endCxn id="3848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60" name="Google Shape;3860;p133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1" name="Google Shape;3861;p133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2" name="Google Shape;3862;p133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3" name="Google Shape;3863;p133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4" name="Google Shape;3864;p133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5" name="Google Shape;3865;p133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6" name="Google Shape;3866;p133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7" name="Google Shape;3867;p133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8" name="Google Shape;3868;p133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9" name="Google Shape;3869;p133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70" name="Google Shape;3870;p133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1" name="Google Shape;3871;p133"/>
          <p:cNvCxnSpPr>
            <a:stCxn id="3844" idx="1"/>
            <a:endCxn id="3849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872" name="Google Shape;3872;p133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73" name="Google Shape;3873;p133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74" name="Google Shape;3874;p133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75" name="Google Shape;3875;p133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76" name="Google Shape;3876;p133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7" name="Google Shape;3877;p133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78" name="Google Shape;3878;p133"/>
          <p:cNvCxnSpPr>
            <a:stCxn id="3869" idx="6"/>
            <a:endCxn id="3876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9" name="Google Shape;3879;p133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80" name="Google Shape;3880;p133"/>
          <p:cNvCxnSpPr>
            <a:stCxn id="3847" idx="1"/>
            <a:endCxn id="3843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1" name="Google Shape;3881;p133"/>
          <p:cNvCxnSpPr>
            <a:stCxn id="3843" idx="1"/>
            <a:endCxn id="3848" idx="5"/>
          </p:cNvCxnSpPr>
          <p:nvPr/>
        </p:nvCxnSpPr>
        <p:spPr>
          <a:xfrm rot="10800000">
            <a:off x="3512932" y="198092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2" name="Google Shape;3882;p133"/>
          <p:cNvCxnSpPr>
            <a:stCxn id="3846" idx="1"/>
            <a:endCxn id="3842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3" name="Google Shape;3883;p133"/>
          <p:cNvCxnSpPr>
            <a:stCxn id="3845" idx="1"/>
            <a:endCxn id="3841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4" name="Google Shape;3884;p133"/>
          <p:cNvCxnSpPr>
            <a:stCxn id="3842" idx="3"/>
            <a:endCxn id="3841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5" name="Google Shape;3885;p133"/>
          <p:cNvCxnSpPr>
            <a:stCxn id="3848" idx="4"/>
            <a:endCxn id="3841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6" name="Google Shape;3886;p133"/>
          <p:cNvCxnSpPr>
            <a:stCxn id="3849" idx="1"/>
            <a:endCxn id="3841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7" name="Google Shape;3887;p133"/>
          <p:cNvCxnSpPr>
            <a:stCxn id="3876" idx="3"/>
            <a:endCxn id="3841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88" name="Google Shape;3888;p133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89" name="Google Shape;3889;p133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0" name="Google Shape;3890;p133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91" name="Google Shape;3891;p133"/>
          <p:cNvCxnSpPr>
            <a:stCxn id="3843" idx="0"/>
            <a:endCxn id="3848" idx="6"/>
          </p:cNvCxnSpPr>
          <p:nvPr/>
        </p:nvCxnSpPr>
        <p:spPr>
          <a:xfrm rot="10800000">
            <a:off x="3575825" y="183397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6" name="Google Shape;3896;p134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7" name="Google Shape;3897;p134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8" name="Google Shape;3898;p134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9" name="Google Shape;3899;p134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0" name="Google Shape;3900;p134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1" name="Google Shape;3901;p134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2" name="Google Shape;3902;p134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3" name="Google Shape;3903;p134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4" name="Google Shape;3904;p134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5" name="Google Shape;3905;p134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06" name="Google Shape;3906;p134"/>
          <p:cNvCxnSpPr>
            <a:stCxn id="3897" idx="4"/>
            <a:endCxn id="3901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7" name="Google Shape;3907;p134"/>
          <p:cNvCxnSpPr>
            <a:stCxn id="3901" idx="6"/>
            <a:endCxn id="3902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8" name="Google Shape;3908;p134"/>
          <p:cNvCxnSpPr>
            <a:stCxn id="3902" idx="6"/>
            <a:endCxn id="3903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9" name="Google Shape;3909;p134"/>
          <p:cNvCxnSpPr>
            <a:stCxn id="3897" idx="6"/>
            <a:endCxn id="3898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0" name="Google Shape;3910;p134"/>
          <p:cNvCxnSpPr>
            <a:stCxn id="3898" idx="6"/>
            <a:endCxn id="3899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1" name="Google Shape;3911;p134"/>
          <p:cNvCxnSpPr>
            <a:stCxn id="3899" idx="6"/>
            <a:endCxn id="3900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2" name="Google Shape;3912;p134"/>
          <p:cNvCxnSpPr>
            <a:stCxn id="3904" idx="6"/>
            <a:endCxn id="3905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3" name="Google Shape;3913;p134"/>
          <p:cNvCxnSpPr>
            <a:stCxn id="3903" idx="6"/>
            <a:endCxn id="3914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5" name="Google Shape;3915;p134"/>
          <p:cNvCxnSpPr>
            <a:stCxn id="3897" idx="7"/>
            <a:endCxn id="3904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6" name="Google Shape;3916;p134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7" name="Google Shape;3917;p134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8" name="Google Shape;3918;p134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9" name="Google Shape;3919;p134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0" name="Google Shape;3920;p134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1" name="Google Shape;3921;p134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2" name="Google Shape;3922;p134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3" name="Google Shape;3923;p134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4" name="Google Shape;3924;p134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5" name="Google Shape;3925;p134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26" name="Google Shape;3926;p134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27" name="Google Shape;3927;p134"/>
          <p:cNvCxnSpPr>
            <a:stCxn id="3900" idx="1"/>
            <a:endCxn id="3905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928" name="Google Shape;3928;p134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29" name="Google Shape;3929;p134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30" name="Google Shape;3930;p134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31" name="Google Shape;3931;p134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32" name="Google Shape;3932;p134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3" name="Google Shape;3933;p134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34" name="Google Shape;3934;p134"/>
          <p:cNvCxnSpPr>
            <a:stCxn id="3925" idx="6"/>
            <a:endCxn id="3932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5" name="Google Shape;3935;p134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36" name="Google Shape;3936;p134"/>
          <p:cNvCxnSpPr>
            <a:stCxn id="3903" idx="1"/>
            <a:endCxn id="3899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7" name="Google Shape;3937;p134"/>
          <p:cNvCxnSpPr>
            <a:stCxn id="3899" idx="1"/>
            <a:endCxn id="3904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8" name="Google Shape;3938;p134"/>
          <p:cNvCxnSpPr>
            <a:stCxn id="3902" idx="1"/>
            <a:endCxn id="3898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9" name="Google Shape;3939;p134"/>
          <p:cNvCxnSpPr>
            <a:stCxn id="3901" idx="1"/>
            <a:endCxn id="3897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0" name="Google Shape;3940;p134"/>
          <p:cNvCxnSpPr>
            <a:stCxn id="3898" idx="3"/>
            <a:endCxn id="3897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1" name="Google Shape;3941;p134"/>
          <p:cNvCxnSpPr>
            <a:stCxn id="3904" idx="4"/>
            <a:endCxn id="3897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2" name="Google Shape;3942;p134"/>
          <p:cNvCxnSpPr>
            <a:stCxn id="3905" idx="1"/>
            <a:endCxn id="3897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3" name="Google Shape;3943;p134"/>
          <p:cNvCxnSpPr>
            <a:stCxn id="3932" idx="3"/>
            <a:endCxn id="3897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44" name="Google Shape;3944;p134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5" name="Google Shape;3945;p134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6" name="Google Shape;3946;p134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47" name="Google Shape;3947;p134"/>
          <p:cNvCxnSpPr>
            <a:stCxn id="3899" idx="0"/>
            <a:endCxn id="3904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8" name="Google Shape;3948;p134"/>
          <p:cNvCxnSpPr>
            <a:stCxn id="3903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p135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4" name="Google Shape;3954;p135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5" name="Google Shape;3955;p135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6" name="Google Shape;3956;p135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7" name="Google Shape;3957;p135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8" name="Google Shape;3958;p135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9" name="Google Shape;3959;p135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0" name="Google Shape;3960;p135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1" name="Google Shape;3961;p135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2" name="Google Shape;3962;p135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63" name="Google Shape;3963;p135"/>
          <p:cNvCxnSpPr>
            <a:stCxn id="3954" idx="4"/>
            <a:endCxn id="3958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4" name="Google Shape;3964;p135"/>
          <p:cNvCxnSpPr>
            <a:stCxn id="3958" idx="6"/>
            <a:endCxn id="3959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5" name="Google Shape;3965;p135"/>
          <p:cNvCxnSpPr>
            <a:stCxn id="3959" idx="6"/>
            <a:endCxn id="3960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6" name="Google Shape;3966;p135"/>
          <p:cNvCxnSpPr>
            <a:stCxn id="3954" idx="6"/>
            <a:endCxn id="3955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7" name="Google Shape;3967;p135"/>
          <p:cNvCxnSpPr>
            <a:stCxn id="3955" idx="6"/>
            <a:endCxn id="3956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8" name="Google Shape;3968;p135"/>
          <p:cNvCxnSpPr>
            <a:stCxn id="3956" idx="6"/>
            <a:endCxn id="3957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9" name="Google Shape;3969;p135"/>
          <p:cNvCxnSpPr>
            <a:stCxn id="3961" idx="6"/>
            <a:endCxn id="3962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0" name="Google Shape;3970;p135"/>
          <p:cNvCxnSpPr>
            <a:stCxn id="3960" idx="6"/>
            <a:endCxn id="3971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2" name="Google Shape;3972;p135"/>
          <p:cNvCxnSpPr>
            <a:stCxn id="3954" idx="7"/>
            <a:endCxn id="3961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73" name="Google Shape;3973;p135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4" name="Google Shape;3974;p135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5" name="Google Shape;3975;p135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6" name="Google Shape;3976;p135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7" name="Google Shape;3977;p135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8" name="Google Shape;3978;p135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9" name="Google Shape;3979;p135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0" name="Google Shape;3980;p135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1" name="Google Shape;3981;p135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2" name="Google Shape;3982;p135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83" name="Google Shape;3983;p135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84" name="Google Shape;3984;p135"/>
          <p:cNvCxnSpPr>
            <a:stCxn id="3957" idx="1"/>
            <a:endCxn id="3962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985" name="Google Shape;3985;p135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86" name="Google Shape;3986;p135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87" name="Google Shape;3987;p135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88" name="Google Shape;3988;p135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89" name="Google Shape;3989;p135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0" name="Google Shape;3990;p135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91" name="Google Shape;3991;p135"/>
          <p:cNvCxnSpPr>
            <a:stCxn id="3982" idx="6"/>
            <a:endCxn id="3989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2" name="Google Shape;3992;p135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93" name="Google Shape;3993;p135"/>
          <p:cNvCxnSpPr>
            <a:stCxn id="3960" idx="1"/>
            <a:endCxn id="3956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4" name="Google Shape;3994;p135"/>
          <p:cNvCxnSpPr>
            <a:stCxn id="3956" idx="1"/>
            <a:endCxn id="3961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5" name="Google Shape;3995;p135"/>
          <p:cNvCxnSpPr>
            <a:stCxn id="3959" idx="1"/>
            <a:endCxn id="3955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6" name="Google Shape;3996;p135"/>
          <p:cNvCxnSpPr>
            <a:stCxn id="3958" idx="1"/>
            <a:endCxn id="3954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7" name="Google Shape;3997;p135"/>
          <p:cNvCxnSpPr>
            <a:stCxn id="3955" idx="3"/>
            <a:endCxn id="3954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8" name="Google Shape;3998;p135"/>
          <p:cNvCxnSpPr>
            <a:stCxn id="3961" idx="4"/>
            <a:endCxn id="3954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9" name="Google Shape;3999;p135"/>
          <p:cNvCxnSpPr>
            <a:stCxn id="3962" idx="1"/>
            <a:endCxn id="3954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0" name="Google Shape;4000;p135"/>
          <p:cNvCxnSpPr>
            <a:stCxn id="3989" idx="3"/>
            <a:endCxn id="3954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01" name="Google Shape;4001;p135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2" name="Google Shape;4002;p135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3" name="Google Shape;4003;p135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04" name="Google Shape;4004;p135"/>
          <p:cNvCxnSpPr>
            <a:stCxn id="3956" idx="0"/>
            <a:endCxn id="3961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5" name="Google Shape;4005;p135"/>
          <p:cNvCxnSpPr>
            <a:stCxn id="3960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6" name="Google Shape;4006;p135"/>
          <p:cNvCxnSpPr>
            <a:endCxn id="3962" idx="6"/>
          </p:cNvCxnSpPr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Google Shape;4011;p136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2" name="Google Shape;4012;p136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3" name="Google Shape;4013;p136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4" name="Google Shape;4014;p136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5" name="Google Shape;4015;p136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6" name="Google Shape;4016;p136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7" name="Google Shape;4017;p136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8" name="Google Shape;4018;p136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9" name="Google Shape;4019;p136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0" name="Google Shape;4020;p136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21" name="Google Shape;4021;p136"/>
          <p:cNvCxnSpPr>
            <a:stCxn id="4012" idx="4"/>
            <a:endCxn id="4016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2" name="Google Shape;4022;p136"/>
          <p:cNvCxnSpPr>
            <a:stCxn id="4016" idx="6"/>
            <a:endCxn id="4017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3" name="Google Shape;4023;p136"/>
          <p:cNvCxnSpPr>
            <a:stCxn id="4017" idx="6"/>
            <a:endCxn id="4018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4" name="Google Shape;4024;p136"/>
          <p:cNvCxnSpPr>
            <a:stCxn id="4012" idx="6"/>
            <a:endCxn id="4013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5" name="Google Shape;4025;p136"/>
          <p:cNvCxnSpPr>
            <a:stCxn id="4013" idx="6"/>
            <a:endCxn id="4014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6" name="Google Shape;4026;p136"/>
          <p:cNvCxnSpPr>
            <a:stCxn id="4014" idx="6"/>
            <a:endCxn id="4015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7" name="Google Shape;4027;p136"/>
          <p:cNvCxnSpPr>
            <a:stCxn id="4019" idx="6"/>
            <a:endCxn id="4020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8" name="Google Shape;4028;p136"/>
          <p:cNvCxnSpPr>
            <a:stCxn id="4018" idx="6"/>
            <a:endCxn id="4029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30" name="Google Shape;4030;p136"/>
          <p:cNvCxnSpPr>
            <a:stCxn id="4012" idx="7"/>
            <a:endCxn id="4019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31" name="Google Shape;4031;p136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2" name="Google Shape;4032;p136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3" name="Google Shape;4033;p136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4" name="Google Shape;4034;p136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5" name="Google Shape;4035;p136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6" name="Google Shape;4036;p136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7" name="Google Shape;4037;p136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8" name="Google Shape;4038;p136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9" name="Google Shape;4039;p136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0" name="Google Shape;4040;p136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41" name="Google Shape;4041;p136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2" name="Google Shape;4042;p136"/>
          <p:cNvCxnSpPr>
            <a:stCxn id="4015" idx="1"/>
            <a:endCxn id="4020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043" name="Google Shape;4043;p136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44" name="Google Shape;4044;p136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45" name="Google Shape;4045;p136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46" name="Google Shape;4046;p136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47" name="Google Shape;4047;p136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8" name="Google Shape;4048;p136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49" name="Google Shape;4049;p136"/>
          <p:cNvCxnSpPr>
            <a:stCxn id="4040" idx="6"/>
            <a:endCxn id="4047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50" name="Google Shape;4050;p136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51" name="Google Shape;4051;p136"/>
          <p:cNvCxnSpPr>
            <a:stCxn id="4018" idx="1"/>
            <a:endCxn id="4014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2" name="Google Shape;4052;p136"/>
          <p:cNvCxnSpPr>
            <a:stCxn id="4014" idx="1"/>
            <a:endCxn id="4019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3" name="Google Shape;4053;p136"/>
          <p:cNvCxnSpPr>
            <a:stCxn id="4017" idx="1"/>
            <a:endCxn id="4013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4" name="Google Shape;4054;p136"/>
          <p:cNvCxnSpPr>
            <a:stCxn id="4016" idx="1"/>
            <a:endCxn id="4012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5" name="Google Shape;4055;p136"/>
          <p:cNvCxnSpPr>
            <a:stCxn id="4013" idx="3"/>
            <a:endCxn id="4012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6" name="Google Shape;4056;p136"/>
          <p:cNvCxnSpPr>
            <a:stCxn id="4019" idx="4"/>
            <a:endCxn id="4012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7" name="Google Shape;4057;p136"/>
          <p:cNvCxnSpPr>
            <a:stCxn id="4020" idx="1"/>
            <a:endCxn id="4012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8" name="Google Shape;4058;p136"/>
          <p:cNvCxnSpPr>
            <a:stCxn id="4047" idx="3"/>
            <a:endCxn id="4012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59" name="Google Shape;4059;p136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0" name="Google Shape;4060;p136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1" name="Google Shape;4061;p136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62" name="Google Shape;4062;p136"/>
          <p:cNvCxnSpPr>
            <a:stCxn id="4014" idx="0"/>
            <a:endCxn id="4019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3" name="Google Shape;4063;p136"/>
          <p:cNvCxnSpPr>
            <a:stCxn id="4018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4" name="Google Shape;4064;p136"/>
          <p:cNvCxnSpPr>
            <a:stCxn id="4040" idx="0"/>
            <a:endCxn id="4015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5" name="Google Shape;4065;p136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0" name="Google Shape;4070;p137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1" name="Google Shape;4071;p137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2" name="Google Shape;4072;p137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3" name="Google Shape;4073;p137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4" name="Google Shape;4074;p137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5" name="Google Shape;4075;p137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6" name="Google Shape;4076;p137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7" name="Google Shape;4077;p137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8" name="Google Shape;4078;p137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9" name="Google Shape;4079;p137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80" name="Google Shape;4080;p137"/>
          <p:cNvCxnSpPr>
            <a:stCxn id="4071" idx="4"/>
            <a:endCxn id="4075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1" name="Google Shape;4081;p137"/>
          <p:cNvCxnSpPr>
            <a:stCxn id="4075" idx="6"/>
            <a:endCxn id="4076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2" name="Google Shape;4082;p137"/>
          <p:cNvCxnSpPr>
            <a:stCxn id="4076" idx="6"/>
            <a:endCxn id="4077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3" name="Google Shape;4083;p137"/>
          <p:cNvCxnSpPr>
            <a:stCxn id="4071" idx="6"/>
            <a:endCxn id="4072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4" name="Google Shape;4084;p137"/>
          <p:cNvCxnSpPr>
            <a:stCxn id="4072" idx="6"/>
            <a:endCxn id="4073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5" name="Google Shape;4085;p137"/>
          <p:cNvCxnSpPr>
            <a:stCxn id="4073" idx="6"/>
            <a:endCxn id="4074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6" name="Google Shape;4086;p137"/>
          <p:cNvCxnSpPr>
            <a:stCxn id="4078" idx="6"/>
            <a:endCxn id="4079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7" name="Google Shape;4087;p137"/>
          <p:cNvCxnSpPr>
            <a:stCxn id="4077" idx="6"/>
            <a:endCxn id="4088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9" name="Google Shape;4089;p137"/>
          <p:cNvCxnSpPr>
            <a:stCxn id="4071" idx="7"/>
            <a:endCxn id="4078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90" name="Google Shape;4090;p137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1" name="Google Shape;4091;p137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2" name="Google Shape;4092;p137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3" name="Google Shape;4093;p137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4" name="Google Shape;4094;p137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5" name="Google Shape;4095;p137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6" name="Google Shape;4096;p137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7" name="Google Shape;4097;p137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8" name="Google Shape;4098;p137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9" name="Google Shape;4099;p137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00" name="Google Shape;4100;p137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01" name="Google Shape;4101;p137"/>
          <p:cNvCxnSpPr>
            <a:stCxn id="4074" idx="1"/>
            <a:endCxn id="4079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102" name="Google Shape;4102;p137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03" name="Google Shape;4103;p137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04" name="Google Shape;4104;p137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05" name="Google Shape;4105;p137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06" name="Google Shape;4106;p137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7" name="Google Shape;4107;p137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08" name="Google Shape;4108;p137"/>
          <p:cNvCxnSpPr>
            <a:stCxn id="4099" idx="6"/>
            <a:endCxn id="4106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09" name="Google Shape;4109;p137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10" name="Google Shape;4110;p137"/>
          <p:cNvCxnSpPr>
            <a:stCxn id="4077" idx="1"/>
            <a:endCxn id="4073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1" name="Google Shape;4111;p137"/>
          <p:cNvCxnSpPr>
            <a:stCxn id="4073" idx="1"/>
            <a:endCxn id="4078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2" name="Google Shape;4112;p137"/>
          <p:cNvCxnSpPr>
            <a:stCxn id="4076" idx="1"/>
            <a:endCxn id="4072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3" name="Google Shape;4113;p137"/>
          <p:cNvCxnSpPr>
            <a:stCxn id="4075" idx="1"/>
            <a:endCxn id="4071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4" name="Google Shape;4114;p137"/>
          <p:cNvCxnSpPr>
            <a:stCxn id="4072" idx="3"/>
            <a:endCxn id="4071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5" name="Google Shape;4115;p137"/>
          <p:cNvCxnSpPr>
            <a:stCxn id="4078" idx="4"/>
            <a:endCxn id="4071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6" name="Google Shape;4116;p137"/>
          <p:cNvCxnSpPr>
            <a:stCxn id="4079" idx="1"/>
            <a:endCxn id="4071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17" name="Google Shape;4117;p137"/>
          <p:cNvCxnSpPr>
            <a:stCxn id="4106" idx="3"/>
            <a:endCxn id="4071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18" name="Google Shape;4118;p137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9" name="Google Shape;4119;p137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0" name="Google Shape;4120;p137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21" name="Google Shape;4121;p137"/>
          <p:cNvCxnSpPr>
            <a:stCxn id="4073" idx="0"/>
            <a:endCxn id="4078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22" name="Google Shape;4122;p137"/>
          <p:cNvCxnSpPr>
            <a:stCxn id="4077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23" name="Google Shape;4123;p137"/>
          <p:cNvCxnSpPr>
            <a:stCxn id="4099" idx="0"/>
            <a:endCxn id="4074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24" name="Google Shape;4124;p137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25" name="Google Shape;4125;p137"/>
          <p:cNvSpPr/>
          <p:nvPr/>
        </p:nvSpPr>
        <p:spPr>
          <a:xfrm>
            <a:off x="6424525" y="1532375"/>
            <a:ext cx="2544300" cy="120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6" name="Google Shape;4126;p137"/>
          <p:cNvSpPr txBox="1"/>
          <p:nvPr/>
        </p:nvSpPr>
        <p:spPr>
          <a:xfrm>
            <a:off x="6487275" y="1642325"/>
            <a:ext cx="2453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Las aristas azules forman una lista. Si visitamos este nodo, tenemos que pasar por todos en la cadena.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Google Shape;4131;p138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2" name="Google Shape;4132;p138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3" name="Google Shape;4133;p138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4" name="Google Shape;4134;p138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5" name="Google Shape;4135;p138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6" name="Google Shape;4136;p138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7" name="Google Shape;4137;p138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8" name="Google Shape;4138;p138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9" name="Google Shape;4139;p138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0" name="Google Shape;4140;p138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41" name="Google Shape;4141;p138"/>
          <p:cNvCxnSpPr>
            <a:stCxn id="4132" idx="4"/>
            <a:endCxn id="4136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2" name="Google Shape;4142;p138"/>
          <p:cNvCxnSpPr>
            <a:stCxn id="4136" idx="6"/>
            <a:endCxn id="4137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3" name="Google Shape;4143;p138"/>
          <p:cNvCxnSpPr>
            <a:stCxn id="4137" idx="6"/>
            <a:endCxn id="4138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4" name="Google Shape;4144;p138"/>
          <p:cNvCxnSpPr>
            <a:stCxn id="4132" idx="6"/>
            <a:endCxn id="4133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5" name="Google Shape;4145;p138"/>
          <p:cNvCxnSpPr>
            <a:stCxn id="4133" idx="6"/>
            <a:endCxn id="4134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6" name="Google Shape;4146;p138"/>
          <p:cNvCxnSpPr>
            <a:stCxn id="4134" idx="6"/>
            <a:endCxn id="4135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7" name="Google Shape;4147;p138"/>
          <p:cNvCxnSpPr>
            <a:stCxn id="4139" idx="6"/>
            <a:endCxn id="4140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8" name="Google Shape;4148;p138"/>
          <p:cNvCxnSpPr>
            <a:stCxn id="4138" idx="6"/>
            <a:endCxn id="4149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50" name="Google Shape;4150;p138"/>
          <p:cNvCxnSpPr>
            <a:stCxn id="4132" idx="7"/>
            <a:endCxn id="4139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51" name="Google Shape;4151;p138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2" name="Google Shape;4152;p138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3" name="Google Shape;4153;p138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4" name="Google Shape;4154;p138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5" name="Google Shape;4155;p138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6" name="Google Shape;4156;p138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7" name="Google Shape;4157;p138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8" name="Google Shape;4158;p138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9" name="Google Shape;4159;p138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60" name="Google Shape;4160;p138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61" name="Google Shape;4161;p138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62" name="Google Shape;4162;p138"/>
          <p:cNvCxnSpPr>
            <a:stCxn id="4135" idx="1"/>
            <a:endCxn id="4140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163" name="Google Shape;4163;p138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64" name="Google Shape;4164;p138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65" name="Google Shape;4165;p138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66" name="Google Shape;4166;p138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67" name="Google Shape;4167;p138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68" name="Google Shape;4168;p138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69" name="Google Shape;4169;p138"/>
          <p:cNvCxnSpPr>
            <a:stCxn id="4160" idx="6"/>
            <a:endCxn id="4167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70" name="Google Shape;4170;p138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71" name="Google Shape;4171;p138"/>
          <p:cNvCxnSpPr>
            <a:stCxn id="4138" idx="1"/>
            <a:endCxn id="4134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2" name="Google Shape;4172;p138"/>
          <p:cNvCxnSpPr>
            <a:stCxn id="4134" idx="1"/>
            <a:endCxn id="4139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3" name="Google Shape;4173;p138"/>
          <p:cNvCxnSpPr>
            <a:stCxn id="4137" idx="1"/>
            <a:endCxn id="4133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4" name="Google Shape;4174;p138"/>
          <p:cNvCxnSpPr>
            <a:stCxn id="4136" idx="1"/>
            <a:endCxn id="4132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5" name="Google Shape;4175;p138"/>
          <p:cNvCxnSpPr>
            <a:stCxn id="4133" idx="3"/>
            <a:endCxn id="4132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6" name="Google Shape;4176;p138"/>
          <p:cNvCxnSpPr>
            <a:stCxn id="4139" idx="4"/>
            <a:endCxn id="4132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7" name="Google Shape;4177;p138"/>
          <p:cNvCxnSpPr>
            <a:stCxn id="4140" idx="1"/>
            <a:endCxn id="4132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78" name="Google Shape;4178;p138"/>
          <p:cNvCxnSpPr>
            <a:stCxn id="4167" idx="3"/>
            <a:endCxn id="4132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79" name="Google Shape;4179;p138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0" name="Google Shape;4180;p138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1" name="Google Shape;4181;p138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2" name="Google Shape;4182;p138"/>
          <p:cNvCxnSpPr>
            <a:stCxn id="4134" idx="0"/>
            <a:endCxn id="4139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83" name="Google Shape;4183;p138"/>
          <p:cNvCxnSpPr>
            <a:stCxn id="4138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84" name="Google Shape;4184;p138"/>
          <p:cNvCxnSpPr>
            <a:stCxn id="4160" idx="0"/>
            <a:endCxn id="4135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85" name="Google Shape;4185;p138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186" name="Google Shape;4186;p138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87" name="Google Shape;4187;p138"/>
          <p:cNvSpPr/>
          <p:nvPr/>
        </p:nvSpPr>
        <p:spPr>
          <a:xfrm rot="10800000">
            <a:off x="1861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8" name="Google Shape;4188;p138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3" name="Google Shape;4193;p139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4" name="Google Shape;4194;p139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5" name="Google Shape;4195;p139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6" name="Google Shape;4196;p139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7" name="Google Shape;4197;p139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8" name="Google Shape;4198;p139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9" name="Google Shape;4199;p139"/>
          <p:cNvSpPr/>
          <p:nvPr/>
        </p:nvSpPr>
        <p:spPr>
          <a:xfrm>
            <a:off x="4425575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0" name="Google Shape;4200;p139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1" name="Google Shape;4201;p139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2" name="Google Shape;4202;p139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03" name="Google Shape;4203;p139"/>
          <p:cNvCxnSpPr>
            <a:stCxn id="4194" idx="4"/>
            <a:endCxn id="4198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4" name="Google Shape;4204;p139"/>
          <p:cNvCxnSpPr>
            <a:stCxn id="4198" idx="6"/>
            <a:endCxn id="4199" idx="2"/>
          </p:cNvCxnSpPr>
          <p:nvPr/>
        </p:nvCxnSpPr>
        <p:spPr>
          <a:xfrm>
            <a:off x="357595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5" name="Google Shape;4205;p139"/>
          <p:cNvCxnSpPr>
            <a:stCxn id="4199" idx="6"/>
            <a:endCxn id="4200" idx="2"/>
          </p:cNvCxnSpPr>
          <p:nvPr/>
        </p:nvCxnSpPr>
        <p:spPr>
          <a:xfrm>
            <a:off x="4855475" y="405657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6" name="Google Shape;4206;p139"/>
          <p:cNvCxnSpPr>
            <a:stCxn id="4194" idx="6"/>
            <a:endCxn id="4195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7" name="Google Shape;4207;p139"/>
          <p:cNvCxnSpPr>
            <a:stCxn id="4195" idx="6"/>
            <a:endCxn id="4196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8" name="Google Shape;4208;p139"/>
          <p:cNvCxnSpPr>
            <a:stCxn id="4196" idx="6"/>
            <a:endCxn id="4197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9" name="Google Shape;4209;p139"/>
          <p:cNvCxnSpPr>
            <a:stCxn id="4201" idx="6"/>
            <a:endCxn id="4202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10" name="Google Shape;4210;p139"/>
          <p:cNvCxnSpPr>
            <a:stCxn id="4200" idx="6"/>
            <a:endCxn id="4211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12" name="Google Shape;4212;p139"/>
          <p:cNvCxnSpPr>
            <a:stCxn id="4194" idx="7"/>
            <a:endCxn id="4201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13" name="Google Shape;4213;p139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4" name="Google Shape;4214;p139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5" name="Google Shape;4215;p139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6" name="Google Shape;4216;p139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7" name="Google Shape;4217;p139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8" name="Google Shape;4218;p139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9" name="Google Shape;4219;p139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0" name="Google Shape;4220;p139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1" name="Google Shape;4221;p139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2" name="Google Shape;4222;p139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23" name="Google Shape;4223;p139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24" name="Google Shape;4224;p139"/>
          <p:cNvCxnSpPr>
            <a:stCxn id="4197" idx="1"/>
            <a:endCxn id="4202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225" name="Google Shape;4225;p139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26" name="Google Shape;4226;p139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27" name="Google Shape;4227;p139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28" name="Google Shape;4228;p139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29" name="Google Shape;4229;p139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30" name="Google Shape;4230;p139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31" name="Google Shape;4231;p139"/>
          <p:cNvCxnSpPr>
            <a:stCxn id="4222" idx="6"/>
            <a:endCxn id="4229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32" name="Google Shape;4232;p139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33" name="Google Shape;4233;p139"/>
          <p:cNvCxnSpPr>
            <a:stCxn id="4200" idx="1"/>
            <a:endCxn id="4196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4" name="Google Shape;4234;p139"/>
          <p:cNvCxnSpPr>
            <a:stCxn id="4196" idx="1"/>
            <a:endCxn id="4201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5" name="Google Shape;4235;p139"/>
          <p:cNvCxnSpPr>
            <a:stCxn id="4199" idx="1"/>
            <a:endCxn id="4195" idx="5"/>
          </p:cNvCxnSpPr>
          <p:nvPr/>
        </p:nvCxnSpPr>
        <p:spPr>
          <a:xfrm rot="10800000">
            <a:off x="3512932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6" name="Google Shape;4236;p139"/>
          <p:cNvCxnSpPr>
            <a:stCxn id="4198" idx="1"/>
            <a:endCxn id="4194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7" name="Google Shape;4237;p139"/>
          <p:cNvCxnSpPr>
            <a:stCxn id="4195" idx="3"/>
            <a:endCxn id="4194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8" name="Google Shape;4238;p139"/>
          <p:cNvCxnSpPr>
            <a:stCxn id="4201" idx="4"/>
            <a:endCxn id="4194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9" name="Google Shape;4239;p139"/>
          <p:cNvCxnSpPr>
            <a:stCxn id="4202" idx="1"/>
            <a:endCxn id="4194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0" name="Google Shape;4240;p139"/>
          <p:cNvCxnSpPr>
            <a:stCxn id="4229" idx="3"/>
            <a:endCxn id="4194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1" name="Google Shape;4241;p139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2" name="Google Shape;4242;p139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3" name="Google Shape;4243;p139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44" name="Google Shape;4244;p139"/>
          <p:cNvCxnSpPr>
            <a:stCxn id="4196" idx="0"/>
            <a:endCxn id="4201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5" name="Google Shape;4245;p139"/>
          <p:cNvCxnSpPr>
            <a:stCxn id="4200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6" name="Google Shape;4246;p139"/>
          <p:cNvCxnSpPr>
            <a:stCxn id="4222" idx="0"/>
            <a:endCxn id="4197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7" name="Google Shape;4247;p139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248" name="Google Shape;4248;p139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49" name="Google Shape;4249;p139"/>
          <p:cNvSpPr/>
          <p:nvPr/>
        </p:nvSpPr>
        <p:spPr>
          <a:xfrm rot="10800000">
            <a:off x="56005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0" name="Google Shape;4250;p139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Google Shape;4255;p140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6" name="Google Shape;4256;p140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7" name="Google Shape;4257;p140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8" name="Google Shape;4258;p140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9" name="Google Shape;4259;p140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0" name="Google Shape;4260;p140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1" name="Google Shape;4261;p140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2" name="Google Shape;4262;p140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3" name="Google Shape;4263;p140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4" name="Google Shape;4264;p140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65" name="Google Shape;4265;p140"/>
          <p:cNvCxnSpPr>
            <a:stCxn id="4256" idx="4"/>
            <a:endCxn id="4260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6" name="Google Shape;4266;p140"/>
          <p:cNvCxnSpPr>
            <a:stCxn id="4260" idx="6"/>
            <a:endCxn id="4261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7" name="Google Shape;4267;p140"/>
          <p:cNvCxnSpPr>
            <a:stCxn id="4261" idx="6"/>
            <a:endCxn id="4262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8" name="Google Shape;4268;p140"/>
          <p:cNvCxnSpPr>
            <a:stCxn id="4256" idx="6"/>
            <a:endCxn id="4257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9" name="Google Shape;4269;p140"/>
          <p:cNvCxnSpPr>
            <a:stCxn id="4257" idx="6"/>
            <a:endCxn id="4258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0" name="Google Shape;4270;p140"/>
          <p:cNvCxnSpPr>
            <a:stCxn id="4258" idx="6"/>
            <a:endCxn id="4259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1" name="Google Shape;4271;p140"/>
          <p:cNvCxnSpPr>
            <a:stCxn id="4263" idx="6"/>
            <a:endCxn id="4264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2" name="Google Shape;4272;p140"/>
          <p:cNvCxnSpPr>
            <a:stCxn id="4262" idx="6"/>
            <a:endCxn id="4273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4" name="Google Shape;4274;p140"/>
          <p:cNvCxnSpPr>
            <a:stCxn id="4256" idx="7"/>
            <a:endCxn id="4263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75" name="Google Shape;4275;p140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6" name="Google Shape;4276;p140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7" name="Google Shape;4277;p140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8" name="Google Shape;4278;p140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9" name="Google Shape;4279;p140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0" name="Google Shape;4280;p140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1" name="Google Shape;4281;p140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2" name="Google Shape;4282;p140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3" name="Google Shape;4283;p140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4" name="Google Shape;4284;p140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85" name="Google Shape;4285;p140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86" name="Google Shape;4286;p140"/>
          <p:cNvCxnSpPr>
            <a:stCxn id="4259" idx="1"/>
            <a:endCxn id="4264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287" name="Google Shape;4287;p140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88" name="Google Shape;4288;p140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89" name="Google Shape;4289;p140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90" name="Google Shape;4290;p140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91" name="Google Shape;4291;p140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2" name="Google Shape;4292;p140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93" name="Google Shape;4293;p140"/>
          <p:cNvCxnSpPr>
            <a:stCxn id="4284" idx="6"/>
            <a:endCxn id="4291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94" name="Google Shape;4294;p140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95" name="Google Shape;4295;p140"/>
          <p:cNvCxnSpPr>
            <a:stCxn id="4262" idx="1"/>
            <a:endCxn id="4258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96" name="Google Shape;4296;p140"/>
          <p:cNvCxnSpPr>
            <a:stCxn id="4258" idx="1"/>
            <a:endCxn id="4263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97" name="Google Shape;4297;p140"/>
          <p:cNvCxnSpPr>
            <a:stCxn id="4261" idx="1"/>
            <a:endCxn id="4257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98" name="Google Shape;4298;p140"/>
          <p:cNvCxnSpPr>
            <a:stCxn id="4260" idx="1"/>
            <a:endCxn id="4256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99" name="Google Shape;4299;p140"/>
          <p:cNvCxnSpPr>
            <a:stCxn id="4257" idx="3"/>
            <a:endCxn id="4256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0" name="Google Shape;4300;p140"/>
          <p:cNvCxnSpPr>
            <a:stCxn id="4263" idx="4"/>
            <a:endCxn id="4256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1" name="Google Shape;4301;p140"/>
          <p:cNvCxnSpPr>
            <a:stCxn id="4264" idx="1"/>
            <a:endCxn id="4256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2" name="Google Shape;4302;p140"/>
          <p:cNvCxnSpPr>
            <a:stCxn id="4291" idx="3"/>
            <a:endCxn id="4256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3" name="Google Shape;4303;p140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4" name="Google Shape;4304;p140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5" name="Google Shape;4305;p140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06" name="Google Shape;4306;p140"/>
          <p:cNvCxnSpPr>
            <a:stCxn id="4258" idx="0"/>
            <a:endCxn id="4263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7" name="Google Shape;4307;p140"/>
          <p:cNvCxnSpPr>
            <a:stCxn id="4262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8" name="Google Shape;4308;p140"/>
          <p:cNvCxnSpPr>
            <a:stCxn id="4284" idx="0"/>
            <a:endCxn id="4259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9" name="Google Shape;4309;p140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310" name="Google Shape;4310;p140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11" name="Google Shape;4311;p140"/>
          <p:cNvSpPr/>
          <p:nvPr/>
        </p:nvSpPr>
        <p:spPr>
          <a:xfrm rot="10800000">
            <a:off x="942900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2" name="Google Shape;4312;p140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7" name="Google Shape;4317;p141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8" name="Google Shape;4318;p141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9" name="Google Shape;4319;p141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0" name="Google Shape;4320;p141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1" name="Google Shape;4321;p141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2" name="Google Shape;4322;p141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3" name="Google Shape;4323;p141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4" name="Google Shape;4324;p141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5" name="Google Shape;4325;p141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6" name="Google Shape;4326;p141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27" name="Google Shape;4327;p141"/>
          <p:cNvCxnSpPr>
            <a:stCxn id="4318" idx="4"/>
            <a:endCxn id="4322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28" name="Google Shape;4328;p141"/>
          <p:cNvCxnSpPr>
            <a:stCxn id="4322" idx="6"/>
            <a:endCxn id="4323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29" name="Google Shape;4329;p141"/>
          <p:cNvCxnSpPr>
            <a:stCxn id="4323" idx="6"/>
            <a:endCxn id="4324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0" name="Google Shape;4330;p141"/>
          <p:cNvCxnSpPr>
            <a:stCxn id="4318" idx="6"/>
            <a:endCxn id="4319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1" name="Google Shape;4331;p141"/>
          <p:cNvCxnSpPr>
            <a:stCxn id="4319" idx="6"/>
            <a:endCxn id="4320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2" name="Google Shape;4332;p141"/>
          <p:cNvCxnSpPr>
            <a:stCxn id="4320" idx="6"/>
            <a:endCxn id="4321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3" name="Google Shape;4333;p141"/>
          <p:cNvCxnSpPr>
            <a:stCxn id="4325" idx="6"/>
            <a:endCxn id="4326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4" name="Google Shape;4334;p141"/>
          <p:cNvCxnSpPr>
            <a:stCxn id="4324" idx="6"/>
            <a:endCxn id="4335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6" name="Google Shape;4336;p141"/>
          <p:cNvCxnSpPr>
            <a:stCxn id="4318" idx="7"/>
            <a:endCxn id="4325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37" name="Google Shape;4337;p141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8" name="Google Shape;4338;p141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9" name="Google Shape;4339;p141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0" name="Google Shape;4340;p141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1" name="Google Shape;4341;p141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2" name="Google Shape;4342;p141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3" name="Google Shape;4343;p141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4" name="Google Shape;4344;p141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5" name="Google Shape;4345;p141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6" name="Google Shape;4346;p141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47" name="Google Shape;4347;p141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48" name="Google Shape;4348;p141"/>
          <p:cNvCxnSpPr>
            <a:stCxn id="4321" idx="1"/>
            <a:endCxn id="4326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349" name="Google Shape;4349;p141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50" name="Google Shape;4350;p141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51" name="Google Shape;4351;p141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52" name="Google Shape;4352;p141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53" name="Google Shape;4353;p141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54" name="Google Shape;4354;p141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55" name="Google Shape;4355;p141"/>
          <p:cNvCxnSpPr>
            <a:stCxn id="4346" idx="6"/>
            <a:endCxn id="4353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56" name="Google Shape;4356;p141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57" name="Google Shape;4357;p141"/>
          <p:cNvCxnSpPr>
            <a:stCxn id="4324" idx="1"/>
            <a:endCxn id="4320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8" name="Google Shape;4358;p141"/>
          <p:cNvCxnSpPr>
            <a:stCxn id="4320" idx="1"/>
            <a:endCxn id="4325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9" name="Google Shape;4359;p141"/>
          <p:cNvCxnSpPr>
            <a:stCxn id="4323" idx="1"/>
            <a:endCxn id="4319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0" name="Google Shape;4360;p141"/>
          <p:cNvCxnSpPr>
            <a:stCxn id="4322" idx="1"/>
            <a:endCxn id="4318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1" name="Google Shape;4361;p141"/>
          <p:cNvCxnSpPr>
            <a:stCxn id="4319" idx="3"/>
            <a:endCxn id="4318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2" name="Google Shape;4362;p141"/>
          <p:cNvCxnSpPr>
            <a:stCxn id="4325" idx="4"/>
            <a:endCxn id="4318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3" name="Google Shape;4363;p141"/>
          <p:cNvCxnSpPr>
            <a:stCxn id="4326" idx="1"/>
            <a:endCxn id="4318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4" name="Google Shape;4364;p141"/>
          <p:cNvCxnSpPr>
            <a:stCxn id="4353" idx="3"/>
            <a:endCxn id="4318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65" name="Google Shape;4365;p141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6" name="Google Shape;4366;p141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7" name="Google Shape;4367;p141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68" name="Google Shape;4368;p141"/>
          <p:cNvCxnSpPr>
            <a:stCxn id="4320" idx="0"/>
            <a:endCxn id="4325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9" name="Google Shape;4369;p141"/>
          <p:cNvCxnSpPr>
            <a:stCxn id="4324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70" name="Google Shape;4370;p141"/>
          <p:cNvCxnSpPr>
            <a:stCxn id="4346" idx="0"/>
            <a:endCxn id="4321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71" name="Google Shape;4371;p141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372" name="Google Shape;4372;p141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73" name="Google Shape;4373;p141"/>
          <p:cNvSpPr/>
          <p:nvPr/>
        </p:nvSpPr>
        <p:spPr>
          <a:xfrm rot="10800000">
            <a:off x="130247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4" name="Google Shape;4374;p141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9" name="Google Shape;4379;p142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0" name="Google Shape;4380;p142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1" name="Google Shape;4381;p142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2" name="Google Shape;4382;p142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3" name="Google Shape;4383;p142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4" name="Google Shape;4384;p142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5" name="Google Shape;4385;p142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6" name="Google Shape;4386;p142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7" name="Google Shape;4387;p142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8" name="Google Shape;4388;p142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89" name="Google Shape;4389;p142"/>
          <p:cNvCxnSpPr>
            <a:stCxn id="4380" idx="4"/>
            <a:endCxn id="4384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0" name="Google Shape;4390;p142"/>
          <p:cNvCxnSpPr>
            <a:stCxn id="4384" idx="6"/>
            <a:endCxn id="4385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1" name="Google Shape;4391;p142"/>
          <p:cNvCxnSpPr>
            <a:stCxn id="4385" idx="6"/>
            <a:endCxn id="4386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2" name="Google Shape;4392;p142"/>
          <p:cNvCxnSpPr>
            <a:stCxn id="4380" idx="6"/>
            <a:endCxn id="4381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3" name="Google Shape;4393;p142"/>
          <p:cNvCxnSpPr>
            <a:stCxn id="4381" idx="6"/>
            <a:endCxn id="4382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4" name="Google Shape;4394;p142"/>
          <p:cNvCxnSpPr>
            <a:stCxn id="4382" idx="6"/>
            <a:endCxn id="4383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5" name="Google Shape;4395;p142"/>
          <p:cNvCxnSpPr>
            <a:stCxn id="4387" idx="6"/>
            <a:endCxn id="4388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6" name="Google Shape;4396;p142"/>
          <p:cNvCxnSpPr>
            <a:stCxn id="4386" idx="6"/>
            <a:endCxn id="4397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8" name="Google Shape;4398;p142"/>
          <p:cNvCxnSpPr>
            <a:stCxn id="4380" idx="7"/>
            <a:endCxn id="4387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9" name="Google Shape;4399;p142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0" name="Google Shape;4400;p142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1" name="Google Shape;4401;p142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2" name="Google Shape;4402;p142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3" name="Google Shape;4403;p142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4" name="Google Shape;4404;p142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5" name="Google Shape;4405;p142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6" name="Google Shape;4406;p142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7" name="Google Shape;4407;p142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8" name="Google Shape;4408;p142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09" name="Google Shape;4409;p142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0" name="Google Shape;4410;p142"/>
          <p:cNvCxnSpPr>
            <a:stCxn id="4383" idx="1"/>
            <a:endCxn id="4388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411" name="Google Shape;4411;p142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12" name="Google Shape;4412;p142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13" name="Google Shape;4413;p142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14" name="Google Shape;4414;p142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15" name="Google Shape;4415;p142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6" name="Google Shape;4416;p142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17" name="Google Shape;4417;p142"/>
          <p:cNvCxnSpPr>
            <a:stCxn id="4408" idx="6"/>
            <a:endCxn id="4415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18" name="Google Shape;4418;p142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19" name="Google Shape;4419;p142"/>
          <p:cNvCxnSpPr>
            <a:stCxn id="4386" idx="1"/>
            <a:endCxn id="4382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0" name="Google Shape;4420;p142"/>
          <p:cNvCxnSpPr>
            <a:stCxn id="4382" idx="1"/>
            <a:endCxn id="4387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1" name="Google Shape;4421;p142"/>
          <p:cNvCxnSpPr>
            <a:stCxn id="4385" idx="1"/>
            <a:endCxn id="4381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2" name="Google Shape;4422;p142"/>
          <p:cNvCxnSpPr>
            <a:stCxn id="4384" idx="1"/>
            <a:endCxn id="4380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3" name="Google Shape;4423;p142"/>
          <p:cNvCxnSpPr>
            <a:stCxn id="4381" idx="3"/>
            <a:endCxn id="4380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4" name="Google Shape;4424;p142"/>
          <p:cNvCxnSpPr>
            <a:stCxn id="4387" idx="4"/>
            <a:endCxn id="4380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5" name="Google Shape;4425;p142"/>
          <p:cNvCxnSpPr>
            <a:stCxn id="4388" idx="1"/>
            <a:endCxn id="4380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6" name="Google Shape;4426;p142"/>
          <p:cNvCxnSpPr>
            <a:stCxn id="4415" idx="3"/>
            <a:endCxn id="4380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7" name="Google Shape;4427;p142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8" name="Google Shape;4428;p142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9" name="Google Shape;4429;p142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30" name="Google Shape;4430;p142"/>
          <p:cNvCxnSpPr>
            <a:stCxn id="4382" idx="0"/>
            <a:endCxn id="4387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1" name="Google Shape;4431;p142"/>
          <p:cNvCxnSpPr>
            <a:stCxn id="4386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2" name="Google Shape;4432;p142"/>
          <p:cNvCxnSpPr>
            <a:stCxn id="4408" idx="0"/>
            <a:endCxn id="4383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3" name="Google Shape;4433;p142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434" name="Google Shape;4434;p142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35" name="Google Shape;4435;p142"/>
          <p:cNvSpPr/>
          <p:nvPr/>
        </p:nvSpPr>
        <p:spPr>
          <a:xfrm rot="10800000">
            <a:off x="130247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36" name="Google Shape;4436;p142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37" name="Google Shape;4437;p142"/>
          <p:cNvCxnSpPr/>
          <p:nvPr/>
        </p:nvCxnSpPr>
        <p:spPr>
          <a:xfrm>
            <a:off x="1111438" y="3857300"/>
            <a:ext cx="3810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2" name="Google Shape;4442;p143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3" name="Google Shape;4443;p143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4" name="Google Shape;4444;p143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5" name="Google Shape;4445;p143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6" name="Google Shape;4446;p143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7" name="Google Shape;4447;p143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8" name="Google Shape;4448;p143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9" name="Google Shape;4449;p143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0" name="Google Shape;4450;p143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1" name="Google Shape;4451;p143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52" name="Google Shape;4452;p143"/>
          <p:cNvCxnSpPr>
            <a:stCxn id="4443" idx="4"/>
            <a:endCxn id="4447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3" name="Google Shape;4453;p143"/>
          <p:cNvCxnSpPr>
            <a:stCxn id="4447" idx="6"/>
            <a:endCxn id="4448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4" name="Google Shape;4454;p143"/>
          <p:cNvCxnSpPr>
            <a:stCxn id="4448" idx="6"/>
            <a:endCxn id="4449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5" name="Google Shape;4455;p143"/>
          <p:cNvCxnSpPr>
            <a:stCxn id="4443" idx="6"/>
            <a:endCxn id="4444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6" name="Google Shape;4456;p143"/>
          <p:cNvCxnSpPr>
            <a:stCxn id="4444" idx="6"/>
            <a:endCxn id="4445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7" name="Google Shape;4457;p143"/>
          <p:cNvCxnSpPr>
            <a:stCxn id="4445" idx="6"/>
            <a:endCxn id="4446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8" name="Google Shape;4458;p143"/>
          <p:cNvCxnSpPr>
            <a:stCxn id="4450" idx="6"/>
            <a:endCxn id="4451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9" name="Google Shape;4459;p143"/>
          <p:cNvCxnSpPr>
            <a:stCxn id="4449" idx="6"/>
            <a:endCxn id="4460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1" name="Google Shape;4461;p143"/>
          <p:cNvCxnSpPr>
            <a:stCxn id="4443" idx="7"/>
            <a:endCxn id="4450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62" name="Google Shape;4462;p143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3" name="Google Shape;4463;p143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4" name="Google Shape;4464;p143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5" name="Google Shape;4465;p143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6" name="Google Shape;4466;p143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7" name="Google Shape;4467;p143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8" name="Google Shape;4468;p143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9" name="Google Shape;4469;p143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70" name="Google Shape;4470;p143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71" name="Google Shape;4471;p143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72" name="Google Shape;4472;p143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73" name="Google Shape;4473;p143"/>
          <p:cNvCxnSpPr>
            <a:stCxn id="4446" idx="1"/>
            <a:endCxn id="4451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474" name="Google Shape;4474;p143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75" name="Google Shape;4475;p143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76" name="Google Shape;4476;p143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77" name="Google Shape;4477;p143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78" name="Google Shape;4478;p143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79" name="Google Shape;4479;p143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80" name="Google Shape;4480;p143"/>
          <p:cNvCxnSpPr>
            <a:stCxn id="4471" idx="6"/>
            <a:endCxn id="4478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81" name="Google Shape;4481;p143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82" name="Google Shape;4482;p143"/>
          <p:cNvCxnSpPr>
            <a:stCxn id="4449" idx="1"/>
            <a:endCxn id="4445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3" name="Google Shape;4483;p143"/>
          <p:cNvCxnSpPr>
            <a:stCxn id="4445" idx="1"/>
            <a:endCxn id="4450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4" name="Google Shape;4484;p143"/>
          <p:cNvCxnSpPr>
            <a:stCxn id="4448" idx="1"/>
            <a:endCxn id="4444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5" name="Google Shape;4485;p143"/>
          <p:cNvCxnSpPr>
            <a:stCxn id="4447" idx="1"/>
            <a:endCxn id="4443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6" name="Google Shape;4486;p143"/>
          <p:cNvCxnSpPr>
            <a:stCxn id="4444" idx="3"/>
            <a:endCxn id="4443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7" name="Google Shape;4487;p143"/>
          <p:cNvCxnSpPr>
            <a:stCxn id="4450" idx="4"/>
            <a:endCxn id="4443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8" name="Google Shape;4488;p143"/>
          <p:cNvCxnSpPr>
            <a:stCxn id="4451" idx="1"/>
            <a:endCxn id="4443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9" name="Google Shape;4489;p143"/>
          <p:cNvCxnSpPr>
            <a:stCxn id="4478" idx="3"/>
            <a:endCxn id="4443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90" name="Google Shape;4490;p143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1" name="Google Shape;4491;p143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2" name="Google Shape;4492;p143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93" name="Google Shape;4493;p143"/>
          <p:cNvCxnSpPr>
            <a:stCxn id="4445" idx="0"/>
            <a:endCxn id="4450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4" name="Google Shape;4494;p143"/>
          <p:cNvCxnSpPr>
            <a:stCxn id="4449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5" name="Google Shape;4495;p143"/>
          <p:cNvCxnSpPr>
            <a:stCxn id="4471" idx="0"/>
            <a:endCxn id="4446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6" name="Google Shape;4496;p143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497" name="Google Shape;4497;p143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98" name="Google Shape;4498;p143"/>
          <p:cNvSpPr/>
          <p:nvPr/>
        </p:nvSpPr>
        <p:spPr>
          <a:xfrm rot="10800000">
            <a:off x="16853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9" name="Google Shape;4499;p143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4" name="Google Shape;4504;p144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5" name="Google Shape;4505;p144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6" name="Google Shape;4506;p144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7" name="Google Shape;4507;p144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8" name="Google Shape;4508;p144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9" name="Google Shape;4509;p144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0" name="Google Shape;4510;p144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1" name="Google Shape;4511;p144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2" name="Google Shape;4512;p144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3" name="Google Shape;4513;p144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14" name="Google Shape;4514;p144"/>
          <p:cNvCxnSpPr>
            <a:stCxn id="4505" idx="4"/>
            <a:endCxn id="4509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5" name="Google Shape;4515;p144"/>
          <p:cNvCxnSpPr>
            <a:stCxn id="4509" idx="6"/>
            <a:endCxn id="4510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6" name="Google Shape;4516;p144"/>
          <p:cNvCxnSpPr>
            <a:stCxn id="4510" idx="6"/>
            <a:endCxn id="4511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7" name="Google Shape;4517;p144"/>
          <p:cNvCxnSpPr>
            <a:stCxn id="4505" idx="6"/>
            <a:endCxn id="4506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8" name="Google Shape;4518;p144"/>
          <p:cNvCxnSpPr>
            <a:stCxn id="4506" idx="6"/>
            <a:endCxn id="4507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9" name="Google Shape;4519;p144"/>
          <p:cNvCxnSpPr>
            <a:stCxn id="4507" idx="6"/>
            <a:endCxn id="4508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0" name="Google Shape;4520;p144"/>
          <p:cNvCxnSpPr>
            <a:stCxn id="4512" idx="6"/>
            <a:endCxn id="4513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1" name="Google Shape;4521;p144"/>
          <p:cNvCxnSpPr>
            <a:stCxn id="4511" idx="6"/>
            <a:endCxn id="4522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3" name="Google Shape;4523;p144"/>
          <p:cNvCxnSpPr>
            <a:stCxn id="4505" idx="7"/>
            <a:endCxn id="4512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4" name="Google Shape;4524;p144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5" name="Google Shape;4525;p144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6" name="Google Shape;4526;p144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7" name="Google Shape;4527;p144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8" name="Google Shape;4528;p144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9" name="Google Shape;4529;p144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0" name="Google Shape;4530;p144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1" name="Google Shape;4531;p144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2" name="Google Shape;4532;p144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3" name="Google Shape;4533;p144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34" name="Google Shape;4534;p144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5" name="Google Shape;4535;p144"/>
          <p:cNvCxnSpPr>
            <a:stCxn id="4508" idx="1"/>
            <a:endCxn id="4513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536" name="Google Shape;4536;p144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37" name="Google Shape;4537;p144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38" name="Google Shape;4538;p144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39" name="Google Shape;4539;p144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40" name="Google Shape;4540;p144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1" name="Google Shape;4541;p144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42" name="Google Shape;4542;p144"/>
          <p:cNvCxnSpPr>
            <a:stCxn id="4533" idx="6"/>
            <a:endCxn id="4540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43" name="Google Shape;4543;p144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44" name="Google Shape;4544;p144"/>
          <p:cNvCxnSpPr>
            <a:stCxn id="4511" idx="1"/>
            <a:endCxn id="4507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5" name="Google Shape;4545;p144"/>
          <p:cNvCxnSpPr>
            <a:stCxn id="4507" idx="1"/>
            <a:endCxn id="4512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6" name="Google Shape;4546;p144"/>
          <p:cNvCxnSpPr>
            <a:stCxn id="4510" idx="1"/>
            <a:endCxn id="4506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7" name="Google Shape;4547;p144"/>
          <p:cNvCxnSpPr>
            <a:stCxn id="4509" idx="1"/>
            <a:endCxn id="4505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8" name="Google Shape;4548;p144"/>
          <p:cNvCxnSpPr>
            <a:stCxn id="4506" idx="3"/>
            <a:endCxn id="4505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9" name="Google Shape;4549;p144"/>
          <p:cNvCxnSpPr>
            <a:stCxn id="4512" idx="4"/>
            <a:endCxn id="4505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0" name="Google Shape;4550;p144"/>
          <p:cNvCxnSpPr>
            <a:stCxn id="4513" idx="1"/>
            <a:endCxn id="4505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1" name="Google Shape;4551;p144"/>
          <p:cNvCxnSpPr>
            <a:stCxn id="4540" idx="3"/>
            <a:endCxn id="4505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2" name="Google Shape;4552;p144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3" name="Google Shape;4553;p144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4" name="Google Shape;4554;p144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55" name="Google Shape;4555;p144"/>
          <p:cNvCxnSpPr>
            <a:stCxn id="4507" idx="0"/>
            <a:endCxn id="4512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6" name="Google Shape;4556;p144"/>
          <p:cNvCxnSpPr>
            <a:stCxn id="4511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7" name="Google Shape;4557;p144"/>
          <p:cNvCxnSpPr>
            <a:stCxn id="4533" idx="0"/>
            <a:endCxn id="4508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8" name="Google Shape;4558;p144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559" name="Google Shape;4559;p144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60" name="Google Shape;4560;p144"/>
          <p:cNvSpPr/>
          <p:nvPr/>
        </p:nvSpPr>
        <p:spPr>
          <a:xfrm rot="10800000">
            <a:off x="16853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1" name="Google Shape;4561;p144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62" name="Google Shape;4562;p144"/>
          <p:cNvCxnSpPr/>
          <p:nvPr/>
        </p:nvCxnSpPr>
        <p:spPr>
          <a:xfrm>
            <a:off x="741925" y="3835775"/>
            <a:ext cx="11334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" name="Google Shape;4567;p145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8" name="Google Shape;4568;p145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9" name="Google Shape;4569;p145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0" name="Google Shape;4570;p145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1" name="Google Shape;4571;p145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2" name="Google Shape;4572;p145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3" name="Google Shape;4573;p145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4" name="Google Shape;4574;p145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5" name="Google Shape;4575;p145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6" name="Google Shape;4576;p145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77" name="Google Shape;4577;p145"/>
          <p:cNvCxnSpPr>
            <a:stCxn id="4568" idx="4"/>
            <a:endCxn id="4572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8" name="Google Shape;4578;p145"/>
          <p:cNvCxnSpPr>
            <a:stCxn id="4572" idx="6"/>
            <a:endCxn id="4573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9" name="Google Shape;4579;p145"/>
          <p:cNvCxnSpPr>
            <a:stCxn id="4573" idx="6"/>
            <a:endCxn id="4574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0" name="Google Shape;4580;p145"/>
          <p:cNvCxnSpPr>
            <a:stCxn id="4568" idx="6"/>
            <a:endCxn id="4569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1" name="Google Shape;4581;p145"/>
          <p:cNvCxnSpPr>
            <a:stCxn id="4569" idx="6"/>
            <a:endCxn id="4570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2" name="Google Shape;4582;p145"/>
          <p:cNvCxnSpPr>
            <a:stCxn id="4570" idx="6"/>
            <a:endCxn id="4571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3" name="Google Shape;4583;p145"/>
          <p:cNvCxnSpPr>
            <a:stCxn id="4575" idx="6"/>
            <a:endCxn id="4576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4" name="Google Shape;4584;p145"/>
          <p:cNvCxnSpPr>
            <a:stCxn id="4574" idx="6"/>
            <a:endCxn id="4585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6" name="Google Shape;4586;p145"/>
          <p:cNvCxnSpPr>
            <a:stCxn id="4568" idx="7"/>
            <a:endCxn id="4575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87" name="Google Shape;4587;p145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88" name="Google Shape;4588;p145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89" name="Google Shape;4589;p145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0" name="Google Shape;4590;p145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1" name="Google Shape;4591;p145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2" name="Google Shape;4592;p145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3" name="Google Shape;4593;p145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4" name="Google Shape;4594;p145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5" name="Google Shape;4595;p145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6" name="Google Shape;4596;p145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97" name="Google Shape;4597;p145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8" name="Google Shape;4598;p145"/>
          <p:cNvCxnSpPr>
            <a:stCxn id="4571" idx="1"/>
            <a:endCxn id="4576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599" name="Google Shape;4599;p145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0" name="Google Shape;4600;p145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01" name="Google Shape;4601;p145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2" name="Google Shape;4602;p145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03" name="Google Shape;4603;p145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4" name="Google Shape;4604;p145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05" name="Google Shape;4605;p145"/>
          <p:cNvCxnSpPr>
            <a:stCxn id="4596" idx="6"/>
            <a:endCxn id="4603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06" name="Google Shape;4606;p145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07" name="Google Shape;4607;p145"/>
          <p:cNvCxnSpPr>
            <a:stCxn id="4574" idx="1"/>
            <a:endCxn id="4570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8" name="Google Shape;4608;p145"/>
          <p:cNvCxnSpPr>
            <a:stCxn id="4570" idx="1"/>
            <a:endCxn id="4575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9" name="Google Shape;4609;p145"/>
          <p:cNvCxnSpPr>
            <a:stCxn id="4573" idx="1"/>
            <a:endCxn id="4569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0" name="Google Shape;4610;p145"/>
          <p:cNvCxnSpPr>
            <a:stCxn id="4572" idx="1"/>
            <a:endCxn id="4568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1" name="Google Shape;4611;p145"/>
          <p:cNvCxnSpPr>
            <a:stCxn id="4569" idx="3"/>
            <a:endCxn id="4568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2" name="Google Shape;4612;p145"/>
          <p:cNvCxnSpPr>
            <a:stCxn id="4575" idx="4"/>
            <a:endCxn id="4568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3" name="Google Shape;4613;p145"/>
          <p:cNvCxnSpPr>
            <a:stCxn id="4576" idx="1"/>
            <a:endCxn id="4568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4" name="Google Shape;4614;p145"/>
          <p:cNvCxnSpPr>
            <a:stCxn id="4603" idx="3"/>
            <a:endCxn id="4568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15" name="Google Shape;4615;p145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6" name="Google Shape;4616;p145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7" name="Google Shape;4617;p145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18" name="Google Shape;4618;p145"/>
          <p:cNvCxnSpPr>
            <a:stCxn id="4570" idx="0"/>
            <a:endCxn id="4575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9" name="Google Shape;4619;p145"/>
          <p:cNvCxnSpPr>
            <a:stCxn id="4574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20" name="Google Shape;4620;p145"/>
          <p:cNvCxnSpPr>
            <a:stCxn id="4596" idx="0"/>
            <a:endCxn id="4571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21" name="Google Shape;4621;p145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622" name="Google Shape;4622;p145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23" name="Google Shape;4623;p145"/>
          <p:cNvSpPr/>
          <p:nvPr/>
        </p:nvSpPr>
        <p:spPr>
          <a:xfrm rot="10800000">
            <a:off x="1685325" y="43120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4" name="Google Shape;4624;p145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25" name="Google Shape;4625;p145"/>
          <p:cNvCxnSpPr/>
          <p:nvPr/>
        </p:nvCxnSpPr>
        <p:spPr>
          <a:xfrm>
            <a:off x="1151500" y="3835775"/>
            <a:ext cx="7335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0" name="Google Shape;4630;p146"/>
          <p:cNvSpPr txBox="1"/>
          <p:nvPr/>
        </p:nvSpPr>
        <p:spPr>
          <a:xfrm>
            <a:off x="111825" y="211700"/>
            <a:ext cx="164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5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1" name="Google Shape;4631;p146"/>
          <p:cNvSpPr/>
          <p:nvPr/>
        </p:nvSpPr>
        <p:spPr>
          <a:xfrm>
            <a:off x="1866500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2" name="Google Shape;4632;p146"/>
          <p:cNvSpPr/>
          <p:nvPr/>
        </p:nvSpPr>
        <p:spPr>
          <a:xfrm>
            <a:off x="314603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3" name="Google Shape;4633;p146"/>
          <p:cNvSpPr/>
          <p:nvPr/>
        </p:nvSpPr>
        <p:spPr>
          <a:xfrm>
            <a:off x="4425575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4" name="Google Shape;4634;p146"/>
          <p:cNvSpPr/>
          <p:nvPr/>
        </p:nvSpPr>
        <p:spPr>
          <a:xfrm>
            <a:off x="5842688" y="273757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5" name="Google Shape;4635;p146"/>
          <p:cNvSpPr/>
          <p:nvPr/>
        </p:nvSpPr>
        <p:spPr>
          <a:xfrm>
            <a:off x="314605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6" name="Google Shape;4636;p146"/>
          <p:cNvSpPr/>
          <p:nvPr/>
        </p:nvSpPr>
        <p:spPr>
          <a:xfrm>
            <a:off x="4459963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7" name="Google Shape;4637;p146"/>
          <p:cNvSpPr/>
          <p:nvPr/>
        </p:nvSpPr>
        <p:spPr>
          <a:xfrm>
            <a:off x="58427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8" name="Google Shape;4638;p146"/>
          <p:cNvSpPr/>
          <p:nvPr/>
        </p:nvSpPr>
        <p:spPr>
          <a:xfrm>
            <a:off x="3146050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9" name="Google Shape;4639;p146"/>
          <p:cNvSpPr/>
          <p:nvPr/>
        </p:nvSpPr>
        <p:spPr>
          <a:xfrm>
            <a:off x="4425575" y="16263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40" name="Google Shape;4640;p146"/>
          <p:cNvCxnSpPr>
            <a:stCxn id="4631" idx="4"/>
            <a:endCxn id="4635" idx="2"/>
          </p:cNvCxnSpPr>
          <p:nvPr/>
        </p:nvCxnSpPr>
        <p:spPr>
          <a:xfrm>
            <a:off x="2081450" y="3153075"/>
            <a:ext cx="1064700" cy="90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1" name="Google Shape;4641;p146"/>
          <p:cNvCxnSpPr>
            <a:stCxn id="4635" idx="6"/>
            <a:endCxn id="4636" idx="2"/>
          </p:cNvCxnSpPr>
          <p:nvPr/>
        </p:nvCxnSpPr>
        <p:spPr>
          <a:xfrm>
            <a:off x="3575950" y="4056575"/>
            <a:ext cx="88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2" name="Google Shape;4642;p146"/>
          <p:cNvCxnSpPr>
            <a:stCxn id="4636" idx="6"/>
            <a:endCxn id="4637" idx="2"/>
          </p:cNvCxnSpPr>
          <p:nvPr/>
        </p:nvCxnSpPr>
        <p:spPr>
          <a:xfrm>
            <a:off x="4889863" y="4056575"/>
            <a:ext cx="95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3" name="Google Shape;4643;p146"/>
          <p:cNvCxnSpPr>
            <a:stCxn id="4631" idx="6"/>
            <a:endCxn id="4632" idx="2"/>
          </p:cNvCxnSpPr>
          <p:nvPr/>
        </p:nvCxnSpPr>
        <p:spPr>
          <a:xfrm>
            <a:off x="2296400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4" name="Google Shape;4644;p146"/>
          <p:cNvCxnSpPr>
            <a:stCxn id="4632" idx="6"/>
            <a:endCxn id="4633" idx="2"/>
          </p:cNvCxnSpPr>
          <p:nvPr/>
        </p:nvCxnSpPr>
        <p:spPr>
          <a:xfrm>
            <a:off x="3575938" y="294532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5" name="Google Shape;4645;p146"/>
          <p:cNvCxnSpPr>
            <a:stCxn id="4633" idx="6"/>
            <a:endCxn id="4634" idx="2"/>
          </p:cNvCxnSpPr>
          <p:nvPr/>
        </p:nvCxnSpPr>
        <p:spPr>
          <a:xfrm>
            <a:off x="4855475" y="2945325"/>
            <a:ext cx="98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6" name="Google Shape;4646;p146"/>
          <p:cNvCxnSpPr>
            <a:stCxn id="4638" idx="6"/>
            <a:endCxn id="4639" idx="2"/>
          </p:cNvCxnSpPr>
          <p:nvPr/>
        </p:nvCxnSpPr>
        <p:spPr>
          <a:xfrm>
            <a:off x="3575950" y="18340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7" name="Google Shape;4647;p146"/>
          <p:cNvCxnSpPr>
            <a:stCxn id="4637" idx="6"/>
            <a:endCxn id="4648" idx="2"/>
          </p:cNvCxnSpPr>
          <p:nvPr/>
        </p:nvCxnSpPr>
        <p:spPr>
          <a:xfrm>
            <a:off x="62726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9" name="Google Shape;4649;p146"/>
          <p:cNvCxnSpPr>
            <a:stCxn id="4631" idx="7"/>
            <a:endCxn id="4638" idx="3"/>
          </p:cNvCxnSpPr>
          <p:nvPr/>
        </p:nvCxnSpPr>
        <p:spPr>
          <a:xfrm rot="10800000" flipH="1">
            <a:off x="2233443" y="1980924"/>
            <a:ext cx="975600" cy="81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50" name="Google Shape;4650;p146"/>
          <p:cNvSpPr txBox="1"/>
          <p:nvPr/>
        </p:nvSpPr>
        <p:spPr>
          <a:xfrm>
            <a:off x="2660500" y="166387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1" name="Google Shape;4651;p146"/>
          <p:cNvSpPr txBox="1"/>
          <p:nvPr/>
        </p:nvSpPr>
        <p:spPr>
          <a:xfrm>
            <a:off x="2660488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2" name="Google Shape;4652;p146"/>
          <p:cNvSpPr txBox="1"/>
          <p:nvPr/>
        </p:nvSpPr>
        <p:spPr>
          <a:xfrm>
            <a:off x="2527475" y="3618800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s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3" name="Google Shape;4653;p146"/>
          <p:cNvSpPr txBox="1"/>
          <p:nvPr/>
        </p:nvSpPr>
        <p:spPr>
          <a:xfrm>
            <a:off x="3928988" y="14333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4" name="Google Shape;4654;p146"/>
          <p:cNvSpPr txBox="1"/>
          <p:nvPr/>
        </p:nvSpPr>
        <p:spPr>
          <a:xfrm>
            <a:off x="3870713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5" name="Google Shape;4655;p146"/>
          <p:cNvSpPr txBox="1"/>
          <p:nvPr/>
        </p:nvSpPr>
        <p:spPr>
          <a:xfrm>
            <a:off x="5219025" y="25465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6" name="Google Shape;4656;p146"/>
          <p:cNvSpPr txBox="1"/>
          <p:nvPr/>
        </p:nvSpPr>
        <p:spPr>
          <a:xfrm>
            <a:off x="38707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t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7" name="Google Shape;4657;p146"/>
          <p:cNvSpPr txBox="1"/>
          <p:nvPr/>
        </p:nvSpPr>
        <p:spPr>
          <a:xfrm>
            <a:off x="521902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i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8" name="Google Shape;4658;p146"/>
          <p:cNvSpPr txBox="1"/>
          <p:nvPr/>
        </p:nvSpPr>
        <p:spPr>
          <a:xfrm>
            <a:off x="6636175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n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9" name="Google Shape;4659;p146"/>
          <p:cNvSpPr/>
          <p:nvPr/>
        </p:nvSpPr>
        <p:spPr>
          <a:xfrm>
            <a:off x="7122300" y="3848825"/>
            <a:ext cx="429900" cy="415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60" name="Google Shape;4660;p146"/>
          <p:cNvCxnSpPr/>
          <p:nvPr/>
        </p:nvCxnSpPr>
        <p:spPr>
          <a:xfrm rot="10800000">
            <a:off x="6209630" y="3092226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61" name="Google Shape;4661;p146"/>
          <p:cNvCxnSpPr>
            <a:stCxn id="4634" idx="1"/>
            <a:endCxn id="4639" idx="5"/>
          </p:cNvCxnSpPr>
          <p:nvPr/>
        </p:nvCxnSpPr>
        <p:spPr>
          <a:xfrm rot="10800000">
            <a:off x="4792645" y="198092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662" name="Google Shape;4662;p146"/>
          <p:cNvGraphicFramePr/>
          <p:nvPr/>
        </p:nvGraphicFramePr>
        <p:xfrm>
          <a:off x="155650" y="627200"/>
          <a:ext cx="3828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63" name="Google Shape;4663;p146"/>
          <p:cNvGraphicFramePr/>
          <p:nvPr/>
        </p:nvGraphicFramePr>
        <p:xfrm>
          <a:off x="155650" y="1027975"/>
          <a:ext cx="76570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64" name="Google Shape;4664;p146"/>
          <p:cNvGraphicFramePr/>
          <p:nvPr/>
        </p:nvGraphicFramePr>
        <p:xfrm>
          <a:off x="153925" y="1428750"/>
          <a:ext cx="11485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65" name="Google Shape;4665;p146"/>
          <p:cNvGraphicFramePr/>
          <p:nvPr/>
        </p:nvGraphicFramePr>
        <p:xfrm>
          <a:off x="153925" y="18295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66" name="Google Shape;4666;p146"/>
          <p:cNvSpPr/>
          <p:nvPr/>
        </p:nvSpPr>
        <p:spPr>
          <a:xfrm>
            <a:off x="8401900" y="3848825"/>
            <a:ext cx="429900" cy="415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67" name="Google Shape;4667;p146"/>
          <p:cNvSpPr/>
          <p:nvPr/>
        </p:nvSpPr>
        <p:spPr>
          <a:xfrm>
            <a:off x="8433100" y="3883325"/>
            <a:ext cx="367500" cy="3465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68" name="Google Shape;4668;p146"/>
          <p:cNvCxnSpPr>
            <a:stCxn id="4659" idx="6"/>
            <a:endCxn id="4666" idx="2"/>
          </p:cNvCxnSpPr>
          <p:nvPr/>
        </p:nvCxnSpPr>
        <p:spPr>
          <a:xfrm>
            <a:off x="7552200" y="4056575"/>
            <a:ext cx="8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69" name="Google Shape;4669;p146"/>
          <p:cNvSpPr txBox="1"/>
          <p:nvPr/>
        </p:nvSpPr>
        <p:spPr>
          <a:xfrm>
            <a:off x="7847000" y="3933125"/>
            <a:ext cx="26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latin typeface="Lato"/>
                <a:ea typeface="Lato"/>
                <a:cs typeface="Lato"/>
                <a:sym typeface="Lato"/>
              </a:rPr>
              <a:t>g</a:t>
            </a:r>
            <a:endParaRPr sz="19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0" name="Google Shape;4670;p146"/>
          <p:cNvCxnSpPr>
            <a:stCxn id="4637" idx="1"/>
            <a:endCxn id="4633" idx="5"/>
          </p:cNvCxnSpPr>
          <p:nvPr/>
        </p:nvCxnSpPr>
        <p:spPr>
          <a:xfrm rot="10800000">
            <a:off x="4792657" y="3092174"/>
            <a:ext cx="11130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1" name="Google Shape;4671;p146"/>
          <p:cNvCxnSpPr>
            <a:stCxn id="4633" idx="1"/>
            <a:endCxn id="4638" idx="4"/>
          </p:cNvCxnSpPr>
          <p:nvPr/>
        </p:nvCxnSpPr>
        <p:spPr>
          <a:xfrm rot="10800000">
            <a:off x="3361132" y="2041824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2" name="Google Shape;4672;p146"/>
          <p:cNvCxnSpPr>
            <a:stCxn id="4636" idx="1"/>
            <a:endCxn id="4632" idx="5"/>
          </p:cNvCxnSpPr>
          <p:nvPr/>
        </p:nvCxnSpPr>
        <p:spPr>
          <a:xfrm rot="10800000">
            <a:off x="3513120" y="3092174"/>
            <a:ext cx="10098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3" name="Google Shape;4673;p146"/>
          <p:cNvCxnSpPr>
            <a:stCxn id="4635" idx="1"/>
            <a:endCxn id="4631" idx="5"/>
          </p:cNvCxnSpPr>
          <p:nvPr/>
        </p:nvCxnSpPr>
        <p:spPr>
          <a:xfrm rot="10800000">
            <a:off x="2233407" y="3092174"/>
            <a:ext cx="975600" cy="81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4" name="Google Shape;4674;p146"/>
          <p:cNvCxnSpPr>
            <a:stCxn id="4632" idx="3"/>
            <a:endCxn id="4631" idx="6"/>
          </p:cNvCxnSpPr>
          <p:nvPr/>
        </p:nvCxnSpPr>
        <p:spPr>
          <a:xfrm rot="10800000">
            <a:off x="2296395" y="2945226"/>
            <a:ext cx="912600" cy="14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5" name="Google Shape;4675;p146"/>
          <p:cNvCxnSpPr>
            <a:stCxn id="4638" idx="4"/>
            <a:endCxn id="4631" idx="6"/>
          </p:cNvCxnSpPr>
          <p:nvPr/>
        </p:nvCxnSpPr>
        <p:spPr>
          <a:xfrm flipH="1">
            <a:off x="2296300" y="20418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6" name="Google Shape;4676;p146"/>
          <p:cNvCxnSpPr>
            <a:stCxn id="4639" idx="1"/>
            <a:endCxn id="4631" idx="0"/>
          </p:cNvCxnSpPr>
          <p:nvPr/>
        </p:nvCxnSpPr>
        <p:spPr>
          <a:xfrm rot="5400000">
            <a:off x="2759782" y="1008724"/>
            <a:ext cx="1050300" cy="2407200"/>
          </a:xfrm>
          <a:prstGeom prst="curvedConnector3">
            <a:avLst>
              <a:gd name="adj1" fmla="val -2846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7" name="Google Shape;4677;p146"/>
          <p:cNvCxnSpPr>
            <a:stCxn id="4666" idx="3"/>
            <a:endCxn id="4631" idx="3"/>
          </p:cNvCxnSpPr>
          <p:nvPr/>
        </p:nvCxnSpPr>
        <p:spPr>
          <a:xfrm rot="5400000" flipH="1">
            <a:off x="4641507" y="380126"/>
            <a:ext cx="1111200" cy="6535500"/>
          </a:xfrm>
          <a:prstGeom prst="curvedConnector3">
            <a:avLst>
              <a:gd name="adj1" fmla="val -6025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78" name="Google Shape;4678;p146"/>
          <p:cNvSpPr/>
          <p:nvPr/>
        </p:nvSpPr>
        <p:spPr>
          <a:xfrm>
            <a:off x="5871250" y="27720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9" name="Google Shape;4679;p146"/>
          <p:cNvSpPr/>
          <p:nvPr/>
        </p:nvSpPr>
        <p:spPr>
          <a:xfrm>
            <a:off x="317722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0" name="Google Shape;4680;p146"/>
          <p:cNvSpPr/>
          <p:nvPr/>
        </p:nvSpPr>
        <p:spPr>
          <a:xfrm>
            <a:off x="4456775" y="16608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81" name="Google Shape;4681;p146"/>
          <p:cNvCxnSpPr>
            <a:stCxn id="4633" idx="0"/>
            <a:endCxn id="4638" idx="5"/>
          </p:cNvCxnSpPr>
          <p:nvPr/>
        </p:nvCxnSpPr>
        <p:spPr>
          <a:xfrm rot="10800000">
            <a:off x="3513125" y="1980975"/>
            <a:ext cx="1127400" cy="756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2" name="Google Shape;4682;p146"/>
          <p:cNvCxnSpPr>
            <a:stCxn id="4637" idx="7"/>
          </p:cNvCxnSpPr>
          <p:nvPr/>
        </p:nvCxnSpPr>
        <p:spPr>
          <a:xfrm rot="5400000" flipH="1">
            <a:off x="3902493" y="1602524"/>
            <a:ext cx="1933500" cy="2680800"/>
          </a:xfrm>
          <a:prstGeom prst="curvedConnector2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3" name="Google Shape;4683;p146"/>
          <p:cNvCxnSpPr>
            <a:stCxn id="4659" idx="0"/>
            <a:endCxn id="4634" idx="6"/>
          </p:cNvCxnSpPr>
          <p:nvPr/>
        </p:nvCxnSpPr>
        <p:spPr>
          <a:xfrm rot="10800000">
            <a:off x="6272550" y="2945225"/>
            <a:ext cx="10647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4" name="Google Shape;4684;p146"/>
          <p:cNvCxnSpPr/>
          <p:nvPr/>
        </p:nvCxnSpPr>
        <p:spPr>
          <a:xfrm rot="10800000">
            <a:off x="4855475" y="1834075"/>
            <a:ext cx="1202100" cy="903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685" name="Google Shape;4685;p146"/>
          <p:cNvGraphicFramePr/>
          <p:nvPr/>
        </p:nvGraphicFramePr>
        <p:xfrm>
          <a:off x="335100" y="3915825"/>
          <a:ext cx="19142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G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86" name="Google Shape;4686;p146"/>
          <p:cNvSpPr/>
          <p:nvPr/>
        </p:nvSpPr>
        <p:spPr>
          <a:xfrm rot="10800000">
            <a:off x="2081325" y="431817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7" name="Google Shape;4687;p146"/>
          <p:cNvSpPr/>
          <p:nvPr/>
        </p:nvSpPr>
        <p:spPr>
          <a:xfrm>
            <a:off x="186125" y="3565125"/>
            <a:ext cx="336300" cy="350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88" name="Google Shape;4688;p146"/>
          <p:cNvCxnSpPr/>
          <p:nvPr/>
        </p:nvCxnSpPr>
        <p:spPr>
          <a:xfrm>
            <a:off x="268625" y="3807725"/>
            <a:ext cx="20544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3" name="Google Shape;4693;p147"/>
          <p:cNvSpPr txBox="1">
            <a:spLocks noGrp="1"/>
          </p:cNvSpPr>
          <p:nvPr>
            <p:ph type="ctrTitle" idx="4294967295"/>
          </p:nvPr>
        </p:nvSpPr>
        <p:spPr>
          <a:xfrm>
            <a:off x="2619450" y="117100"/>
            <a:ext cx="399067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 dirty="0"/>
              <a:t>Algoritmo final</a:t>
            </a:r>
            <a:endParaRPr sz="4100" dirty="0"/>
          </a:p>
        </p:txBody>
      </p:sp>
      <p:sp>
        <p:nvSpPr>
          <p:cNvPr id="4694" name="Google Shape;4694;p147"/>
          <p:cNvSpPr txBox="1"/>
          <p:nvPr/>
        </p:nvSpPr>
        <p:spPr>
          <a:xfrm>
            <a:off x="220700" y="1046800"/>
            <a:ext cx="86994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Comenzamos en el nodo raíz del trie.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Por cada caracter </a:t>
            </a:r>
            <a:r>
              <a:rPr lang="es" sz="24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en el string: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Mientras no haya una arista marcada como </a:t>
            </a:r>
            <a:r>
              <a:rPr lang="es" sz="24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24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2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■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estamos en la raíz, pasamos al siguiente carácter.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2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■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 contrario, seguimos el failure link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hay una arista marcada como </a:t>
            </a:r>
            <a:r>
              <a:rPr lang="es" sz="24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seguimos.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el nodo actual corresponde a un patrón, lo imprimimos.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Seguimos la cadena de output links correspondiente a este nodo e imprimimos todos los patrones.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9" name="Google Shape;4699;p148"/>
          <p:cNvSpPr txBox="1">
            <a:spLocks noGrp="1"/>
          </p:cNvSpPr>
          <p:nvPr>
            <p:ph type="ctrTitle" idx="4294967295"/>
          </p:nvPr>
        </p:nvSpPr>
        <p:spPr>
          <a:xfrm>
            <a:off x="1814400" y="117100"/>
            <a:ext cx="55152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Tiempo de ejecución</a:t>
            </a:r>
            <a:endParaRPr sz="4100"/>
          </a:p>
        </p:txBody>
      </p:sp>
      <p:sp>
        <p:nvSpPr>
          <p:cNvPr id="4700" name="Google Shape;4700;p148"/>
          <p:cNvSpPr txBox="1"/>
          <p:nvPr/>
        </p:nvSpPr>
        <p:spPr>
          <a:xfrm>
            <a:off x="220700" y="1046800"/>
            <a:ext cx="86994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el peor de los casos, vamos a pasar mucho tiempo imprimiendo todas las coincidencias encontradas en el string.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Teniendo en cuenta esto: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el número de coincidencias imprimidas por el algoritmo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tiempo de ejecución de esta fase del algoritmo es O(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 + z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), donde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proviene de las comparaciones al string y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las coincidencias.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5" name="Google Shape;4705;p149"/>
          <p:cNvSpPr txBox="1">
            <a:spLocks noGrp="1"/>
          </p:cNvSpPr>
          <p:nvPr>
            <p:ph type="ctrTitle" idx="4294967295"/>
          </p:nvPr>
        </p:nvSpPr>
        <p:spPr>
          <a:xfrm>
            <a:off x="1814400" y="117100"/>
            <a:ext cx="55152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Tiempo de ejecución</a:t>
            </a:r>
            <a:endParaRPr sz="4100"/>
          </a:p>
        </p:txBody>
      </p:sp>
      <p:sp>
        <p:nvSpPr>
          <p:cNvPr id="4706" name="Google Shape;4706;p149"/>
          <p:cNvSpPr txBox="1"/>
          <p:nvPr/>
        </p:nvSpPr>
        <p:spPr>
          <a:xfrm>
            <a:off x="143219" y="1046800"/>
            <a:ext cx="8776881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el peor de los casos, vamos a pasar mucho tiempo imprimiendo todas las coincidencias encontradas en el string.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Teniendo en cuenta esto: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 i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el número de coincidencias imprimidas por el algoritmo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tiempo de ejecución de esta fase del algoritmo es O(</a:t>
            </a:r>
            <a:r>
              <a:rPr lang="es" sz="2400" i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 + z</a:t>
            </a: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), donde </a:t>
            </a:r>
            <a:r>
              <a:rPr lang="es" sz="2400" i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proviene de las comparaciones al string y </a:t>
            </a:r>
            <a:r>
              <a:rPr lang="es" sz="2400" i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las coincidencias.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7" name="Google Shape;4707;p149"/>
          <p:cNvSpPr txBox="1"/>
          <p:nvPr/>
        </p:nvSpPr>
        <p:spPr>
          <a:xfrm>
            <a:off x="2725250" y="4503200"/>
            <a:ext cx="3690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output-sensitive algorithms</a:t>
            </a:r>
            <a:endParaRPr sz="2200" dirty="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" name="Google Shape;4712;p150"/>
          <p:cNvSpPr txBox="1">
            <a:spLocks noGrp="1"/>
          </p:cNvSpPr>
          <p:nvPr>
            <p:ph type="ctrTitle" idx="4294967295"/>
          </p:nvPr>
        </p:nvSpPr>
        <p:spPr>
          <a:xfrm>
            <a:off x="2425500" y="117100"/>
            <a:ext cx="4293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Situación actual</a:t>
            </a:r>
            <a:endParaRPr sz="4100"/>
          </a:p>
        </p:txBody>
      </p:sp>
      <p:sp>
        <p:nvSpPr>
          <p:cNvPr id="4713" name="Google Shape;4713;p150"/>
          <p:cNvSpPr txBox="1"/>
          <p:nvPr/>
        </p:nvSpPr>
        <p:spPr>
          <a:xfrm>
            <a:off x="0" y="1555800"/>
            <a:ext cx="9144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Acabamos de ver cómo, teniendo todo preprocesado, podemos encontrar todas las coincidencias de una serie de patrones en cualquier texto de longitud </a:t>
            </a:r>
            <a:r>
              <a:rPr lang="es" sz="2400" i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en un tiempo O(</a:t>
            </a:r>
            <a:r>
              <a:rPr lang="es" sz="2400" i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 + z</a:t>
            </a: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evaluar si todo esto vale la pena, tenemos que ver qué tan rápido somos capaces de construir esta estructura de datos.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p151"/>
          <p:cNvSpPr txBox="1">
            <a:spLocks noGrp="1"/>
          </p:cNvSpPr>
          <p:nvPr>
            <p:ph type="ctrTitle" idx="4294967295"/>
          </p:nvPr>
        </p:nvSpPr>
        <p:spPr>
          <a:xfrm>
            <a:off x="1820400" y="161550"/>
            <a:ext cx="5575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Fase de construcción</a:t>
            </a:r>
            <a:endParaRPr sz="4100"/>
          </a:p>
        </p:txBody>
      </p:sp>
      <p:sp>
        <p:nvSpPr>
          <p:cNvPr id="4719" name="Google Shape;4719;p151"/>
          <p:cNvSpPr txBox="1"/>
          <p:nvPr/>
        </p:nvSpPr>
        <p:spPr>
          <a:xfrm>
            <a:off x="72600" y="1555800"/>
            <a:ext cx="9071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la construcción necesitamos lo siguiente: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Construir trie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Construir los failure links, y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Construir los output links.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Ya vimos antes que el trie se puede construir con un tiempo de ejecución de O(n).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0" name="Google Shape;4720;p151"/>
          <p:cNvSpPr txBox="1"/>
          <p:nvPr/>
        </p:nvSpPr>
        <p:spPr>
          <a:xfrm>
            <a:off x="711300" y="4336400"/>
            <a:ext cx="772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¿Qué tan rápido podemos construir los failure y output links?</a:t>
            </a:r>
            <a:endParaRPr sz="2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5" name="Google Shape;4725;p152"/>
          <p:cNvSpPr txBox="1">
            <a:spLocks noGrp="1"/>
          </p:cNvSpPr>
          <p:nvPr>
            <p:ph type="ctrTitle" idx="4294967295"/>
          </p:nvPr>
        </p:nvSpPr>
        <p:spPr>
          <a:xfrm>
            <a:off x="658800" y="246700"/>
            <a:ext cx="7899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Construyendo los Failure Links</a:t>
            </a:r>
            <a:endParaRPr sz="4100"/>
          </a:p>
        </p:txBody>
      </p:sp>
      <p:sp>
        <p:nvSpPr>
          <p:cNvPr id="4726" name="Google Shape;4726;p152"/>
          <p:cNvSpPr txBox="1"/>
          <p:nvPr/>
        </p:nvSpPr>
        <p:spPr>
          <a:xfrm>
            <a:off x="72600" y="1111200"/>
            <a:ext cx="9071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Supongamos que conocemos el failure link para un nodo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Después de seguir la arista marcada como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hay dos posibilidades.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1: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existe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7" name="Google Shape;4727;p152"/>
          <p:cNvSpPr/>
          <p:nvPr/>
        </p:nvSpPr>
        <p:spPr>
          <a:xfrm>
            <a:off x="658800" y="28989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8" name="Google Shape;4728;p152"/>
          <p:cNvSpPr/>
          <p:nvPr/>
        </p:nvSpPr>
        <p:spPr>
          <a:xfrm>
            <a:off x="3271350" y="28989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9" name="Google Shape;4729;p152"/>
          <p:cNvSpPr/>
          <p:nvPr/>
        </p:nvSpPr>
        <p:spPr>
          <a:xfrm>
            <a:off x="65880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0" name="Google Shape;4730;p152"/>
          <p:cNvSpPr/>
          <p:nvPr/>
        </p:nvSpPr>
        <p:spPr>
          <a:xfrm>
            <a:off x="327135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31" name="Google Shape;4731;p152"/>
          <p:cNvCxnSpPr>
            <a:stCxn id="4727" idx="6"/>
            <a:endCxn id="4728" idx="2"/>
          </p:cNvCxnSpPr>
          <p:nvPr/>
        </p:nvCxnSpPr>
        <p:spPr>
          <a:xfrm>
            <a:off x="1399800" y="326210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32" name="Google Shape;4732;p152"/>
          <p:cNvCxnSpPr>
            <a:stCxn id="4729" idx="6"/>
            <a:endCxn id="4730" idx="2"/>
          </p:cNvCxnSpPr>
          <p:nvPr/>
        </p:nvCxnSpPr>
        <p:spPr>
          <a:xfrm>
            <a:off x="1399800" y="455985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33" name="Google Shape;4733;p152"/>
          <p:cNvSpPr txBox="1"/>
          <p:nvPr/>
        </p:nvSpPr>
        <p:spPr>
          <a:xfrm>
            <a:off x="2108025" y="2773500"/>
            <a:ext cx="455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4" name="Google Shape;4734;p152"/>
          <p:cNvSpPr txBox="1"/>
          <p:nvPr/>
        </p:nvSpPr>
        <p:spPr>
          <a:xfrm>
            <a:off x="2108025" y="401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35" name="Google Shape;4735;p152"/>
          <p:cNvCxnSpPr>
            <a:stCxn id="4727" idx="4"/>
            <a:endCxn id="4729" idx="0"/>
          </p:cNvCxnSpPr>
          <p:nvPr/>
        </p:nvCxnSpPr>
        <p:spPr>
          <a:xfrm>
            <a:off x="1029300" y="3625250"/>
            <a:ext cx="0" cy="571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36" name="Google Shape;4736;p152"/>
          <p:cNvSpPr txBox="1"/>
          <p:nvPr/>
        </p:nvSpPr>
        <p:spPr>
          <a:xfrm>
            <a:off x="801750" y="29874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7" name="Google Shape;4737;p152"/>
          <p:cNvSpPr txBox="1"/>
          <p:nvPr/>
        </p:nvSpPr>
        <p:spPr>
          <a:xfrm>
            <a:off x="801750" y="42852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8" name="Google Shape;4738;p152"/>
          <p:cNvSpPr txBox="1"/>
          <p:nvPr/>
        </p:nvSpPr>
        <p:spPr>
          <a:xfrm>
            <a:off x="3414450" y="298745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9" name="Google Shape;4739;p152"/>
          <p:cNvSpPr txBox="1"/>
          <p:nvPr/>
        </p:nvSpPr>
        <p:spPr>
          <a:xfrm>
            <a:off x="3414450" y="428520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0" name="Google Shape;4740;p152"/>
          <p:cNvSpPr/>
          <p:nvPr/>
        </p:nvSpPr>
        <p:spPr>
          <a:xfrm>
            <a:off x="5244725" y="3121275"/>
            <a:ext cx="28158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1" name="Google Shape;4741;p152"/>
          <p:cNvSpPr/>
          <p:nvPr/>
        </p:nvSpPr>
        <p:spPr>
          <a:xfrm>
            <a:off x="6026850" y="4040550"/>
            <a:ext cx="20337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2" name="Google Shape;4742;p152"/>
          <p:cNvSpPr/>
          <p:nvPr/>
        </p:nvSpPr>
        <p:spPr>
          <a:xfrm>
            <a:off x="8060525" y="4040550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3" name="Google Shape;4743;p152"/>
          <p:cNvSpPr/>
          <p:nvPr/>
        </p:nvSpPr>
        <p:spPr>
          <a:xfrm>
            <a:off x="8060525" y="3121275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4" name="Google Shape;4744;p152"/>
          <p:cNvSpPr txBox="1"/>
          <p:nvPr/>
        </p:nvSpPr>
        <p:spPr>
          <a:xfrm>
            <a:off x="8107175" y="313237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5" name="Google Shape;4745;p152"/>
          <p:cNvSpPr txBox="1"/>
          <p:nvPr/>
        </p:nvSpPr>
        <p:spPr>
          <a:xfrm>
            <a:off x="8107175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6" name="Google Shape;4746;p152"/>
          <p:cNvSpPr txBox="1"/>
          <p:nvPr/>
        </p:nvSpPr>
        <p:spPr>
          <a:xfrm>
            <a:off x="6526500" y="313237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7" name="Google Shape;4747;p152"/>
          <p:cNvSpPr txBox="1"/>
          <p:nvPr/>
        </p:nvSpPr>
        <p:spPr>
          <a:xfrm>
            <a:off x="6816150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2" name="Google Shape;4752;p153"/>
          <p:cNvSpPr txBox="1">
            <a:spLocks noGrp="1"/>
          </p:cNvSpPr>
          <p:nvPr>
            <p:ph type="ctrTitle" idx="4294967295"/>
          </p:nvPr>
        </p:nvSpPr>
        <p:spPr>
          <a:xfrm>
            <a:off x="658800" y="246700"/>
            <a:ext cx="7899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Construyendo los Failure Links</a:t>
            </a:r>
            <a:endParaRPr sz="4100"/>
          </a:p>
        </p:txBody>
      </p:sp>
      <p:sp>
        <p:nvSpPr>
          <p:cNvPr id="4753" name="Google Shape;4753;p153"/>
          <p:cNvSpPr txBox="1"/>
          <p:nvPr/>
        </p:nvSpPr>
        <p:spPr>
          <a:xfrm>
            <a:off x="72600" y="1111200"/>
            <a:ext cx="9071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Supongamos que conocemos el failure link para un nodo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Después de seguir la arista marcada como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hay dos posibilidades.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1: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existe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4" name="Google Shape;4754;p153"/>
          <p:cNvSpPr/>
          <p:nvPr/>
        </p:nvSpPr>
        <p:spPr>
          <a:xfrm>
            <a:off x="658800" y="28989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5" name="Google Shape;4755;p153"/>
          <p:cNvSpPr/>
          <p:nvPr/>
        </p:nvSpPr>
        <p:spPr>
          <a:xfrm>
            <a:off x="3271350" y="28989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6" name="Google Shape;4756;p153"/>
          <p:cNvSpPr/>
          <p:nvPr/>
        </p:nvSpPr>
        <p:spPr>
          <a:xfrm>
            <a:off x="65880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7" name="Google Shape;4757;p153"/>
          <p:cNvSpPr/>
          <p:nvPr/>
        </p:nvSpPr>
        <p:spPr>
          <a:xfrm>
            <a:off x="327135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58" name="Google Shape;4758;p153"/>
          <p:cNvCxnSpPr>
            <a:stCxn id="4754" idx="6"/>
            <a:endCxn id="4755" idx="2"/>
          </p:cNvCxnSpPr>
          <p:nvPr/>
        </p:nvCxnSpPr>
        <p:spPr>
          <a:xfrm>
            <a:off x="1399800" y="326210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9" name="Google Shape;4759;p153"/>
          <p:cNvCxnSpPr>
            <a:stCxn id="4756" idx="6"/>
            <a:endCxn id="4757" idx="2"/>
          </p:cNvCxnSpPr>
          <p:nvPr/>
        </p:nvCxnSpPr>
        <p:spPr>
          <a:xfrm>
            <a:off x="1399800" y="455985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60" name="Google Shape;4760;p153"/>
          <p:cNvSpPr txBox="1"/>
          <p:nvPr/>
        </p:nvSpPr>
        <p:spPr>
          <a:xfrm>
            <a:off x="2108025" y="2773500"/>
            <a:ext cx="455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1" name="Google Shape;4761;p153"/>
          <p:cNvSpPr txBox="1"/>
          <p:nvPr/>
        </p:nvSpPr>
        <p:spPr>
          <a:xfrm>
            <a:off x="2108025" y="401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62" name="Google Shape;4762;p153"/>
          <p:cNvCxnSpPr>
            <a:stCxn id="4754" idx="4"/>
            <a:endCxn id="4756" idx="0"/>
          </p:cNvCxnSpPr>
          <p:nvPr/>
        </p:nvCxnSpPr>
        <p:spPr>
          <a:xfrm>
            <a:off x="1029300" y="3625250"/>
            <a:ext cx="0" cy="571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63" name="Google Shape;4763;p153"/>
          <p:cNvSpPr txBox="1"/>
          <p:nvPr/>
        </p:nvSpPr>
        <p:spPr>
          <a:xfrm>
            <a:off x="801750" y="29874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4" name="Google Shape;4764;p153"/>
          <p:cNvSpPr txBox="1"/>
          <p:nvPr/>
        </p:nvSpPr>
        <p:spPr>
          <a:xfrm>
            <a:off x="801750" y="42852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5" name="Google Shape;4765;p153"/>
          <p:cNvSpPr txBox="1"/>
          <p:nvPr/>
        </p:nvSpPr>
        <p:spPr>
          <a:xfrm>
            <a:off x="3414450" y="298745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6" name="Google Shape;4766;p153"/>
          <p:cNvSpPr txBox="1"/>
          <p:nvPr/>
        </p:nvSpPr>
        <p:spPr>
          <a:xfrm>
            <a:off x="3414450" y="428520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7" name="Google Shape;4767;p153"/>
          <p:cNvSpPr/>
          <p:nvPr/>
        </p:nvSpPr>
        <p:spPr>
          <a:xfrm>
            <a:off x="5244725" y="3121275"/>
            <a:ext cx="28158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8" name="Google Shape;4768;p153"/>
          <p:cNvSpPr/>
          <p:nvPr/>
        </p:nvSpPr>
        <p:spPr>
          <a:xfrm>
            <a:off x="6026850" y="4040550"/>
            <a:ext cx="20337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9" name="Google Shape;4769;p153"/>
          <p:cNvSpPr/>
          <p:nvPr/>
        </p:nvSpPr>
        <p:spPr>
          <a:xfrm>
            <a:off x="8060525" y="4040550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0" name="Google Shape;4770;p153"/>
          <p:cNvSpPr/>
          <p:nvPr/>
        </p:nvSpPr>
        <p:spPr>
          <a:xfrm>
            <a:off x="8060525" y="3121275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1" name="Google Shape;4771;p153"/>
          <p:cNvSpPr txBox="1"/>
          <p:nvPr/>
        </p:nvSpPr>
        <p:spPr>
          <a:xfrm>
            <a:off x="8107175" y="313237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2" name="Google Shape;4772;p153"/>
          <p:cNvSpPr txBox="1"/>
          <p:nvPr/>
        </p:nvSpPr>
        <p:spPr>
          <a:xfrm>
            <a:off x="8107175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3" name="Google Shape;4773;p153"/>
          <p:cNvSpPr txBox="1"/>
          <p:nvPr/>
        </p:nvSpPr>
        <p:spPr>
          <a:xfrm>
            <a:off x="6526500" y="313237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4" name="Google Shape;4774;p153"/>
          <p:cNvSpPr txBox="1"/>
          <p:nvPr/>
        </p:nvSpPr>
        <p:spPr>
          <a:xfrm>
            <a:off x="6816150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75" name="Google Shape;4775;p153"/>
          <p:cNvCxnSpPr>
            <a:stCxn id="4755" idx="4"/>
            <a:endCxn id="4757" idx="0"/>
          </p:cNvCxnSpPr>
          <p:nvPr/>
        </p:nvCxnSpPr>
        <p:spPr>
          <a:xfrm>
            <a:off x="3641850" y="3625250"/>
            <a:ext cx="0" cy="571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0" name="Google Shape;4780;p154"/>
          <p:cNvSpPr txBox="1">
            <a:spLocks noGrp="1"/>
          </p:cNvSpPr>
          <p:nvPr>
            <p:ph type="ctrTitle" idx="4294967295"/>
          </p:nvPr>
        </p:nvSpPr>
        <p:spPr>
          <a:xfrm>
            <a:off x="658800" y="246700"/>
            <a:ext cx="7899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Construyendo los Failure Links</a:t>
            </a:r>
            <a:endParaRPr sz="4100"/>
          </a:p>
        </p:txBody>
      </p:sp>
      <p:sp>
        <p:nvSpPr>
          <p:cNvPr id="4781" name="Google Shape;4781;p154"/>
          <p:cNvSpPr txBox="1"/>
          <p:nvPr/>
        </p:nvSpPr>
        <p:spPr>
          <a:xfrm>
            <a:off x="72600" y="1111200"/>
            <a:ext cx="907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2: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no existe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2" name="Google Shape;4782;p154"/>
          <p:cNvSpPr/>
          <p:nvPr/>
        </p:nvSpPr>
        <p:spPr>
          <a:xfrm>
            <a:off x="658800" y="17907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3" name="Google Shape;4783;p154"/>
          <p:cNvSpPr/>
          <p:nvPr/>
        </p:nvSpPr>
        <p:spPr>
          <a:xfrm>
            <a:off x="3271350" y="17907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4" name="Google Shape;4784;p154"/>
          <p:cNvSpPr/>
          <p:nvPr/>
        </p:nvSpPr>
        <p:spPr>
          <a:xfrm>
            <a:off x="65880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5" name="Google Shape;4785;p154"/>
          <p:cNvSpPr/>
          <p:nvPr/>
        </p:nvSpPr>
        <p:spPr>
          <a:xfrm>
            <a:off x="327135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86" name="Google Shape;4786;p154"/>
          <p:cNvCxnSpPr>
            <a:stCxn id="4782" idx="6"/>
            <a:endCxn id="4783" idx="2"/>
          </p:cNvCxnSpPr>
          <p:nvPr/>
        </p:nvCxnSpPr>
        <p:spPr>
          <a:xfrm>
            <a:off x="1399800" y="215390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87" name="Google Shape;4787;p154"/>
          <p:cNvCxnSpPr>
            <a:stCxn id="4784" idx="6"/>
            <a:endCxn id="4785" idx="2"/>
          </p:cNvCxnSpPr>
          <p:nvPr/>
        </p:nvCxnSpPr>
        <p:spPr>
          <a:xfrm>
            <a:off x="1399800" y="455985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88" name="Google Shape;4788;p154"/>
          <p:cNvSpPr txBox="1"/>
          <p:nvPr/>
        </p:nvSpPr>
        <p:spPr>
          <a:xfrm>
            <a:off x="2108025" y="1665300"/>
            <a:ext cx="455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9" name="Google Shape;4789;p154"/>
          <p:cNvSpPr txBox="1"/>
          <p:nvPr/>
        </p:nvSpPr>
        <p:spPr>
          <a:xfrm>
            <a:off x="2108025" y="401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0" name="Google Shape;4790;p154"/>
          <p:cNvSpPr txBox="1"/>
          <p:nvPr/>
        </p:nvSpPr>
        <p:spPr>
          <a:xfrm>
            <a:off x="801750" y="18792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1" name="Google Shape;4791;p154"/>
          <p:cNvSpPr txBox="1"/>
          <p:nvPr/>
        </p:nvSpPr>
        <p:spPr>
          <a:xfrm>
            <a:off x="801750" y="42852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y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2" name="Google Shape;4792;p154"/>
          <p:cNvSpPr txBox="1"/>
          <p:nvPr/>
        </p:nvSpPr>
        <p:spPr>
          <a:xfrm>
            <a:off x="3414450" y="187925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3" name="Google Shape;4793;p154"/>
          <p:cNvSpPr txBox="1"/>
          <p:nvPr/>
        </p:nvSpPr>
        <p:spPr>
          <a:xfrm>
            <a:off x="3414450" y="428520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ya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4" name="Google Shape;4794;p154"/>
          <p:cNvSpPr/>
          <p:nvPr/>
        </p:nvSpPr>
        <p:spPr>
          <a:xfrm>
            <a:off x="5244725" y="2322725"/>
            <a:ext cx="28158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5" name="Google Shape;4795;p154"/>
          <p:cNvSpPr/>
          <p:nvPr/>
        </p:nvSpPr>
        <p:spPr>
          <a:xfrm>
            <a:off x="6667450" y="4040550"/>
            <a:ext cx="1393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6" name="Google Shape;4796;p154"/>
          <p:cNvSpPr/>
          <p:nvPr/>
        </p:nvSpPr>
        <p:spPr>
          <a:xfrm>
            <a:off x="8060525" y="4040550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7" name="Google Shape;4797;p154"/>
          <p:cNvSpPr/>
          <p:nvPr/>
        </p:nvSpPr>
        <p:spPr>
          <a:xfrm>
            <a:off x="8060525" y="2322725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8" name="Google Shape;4798;p154"/>
          <p:cNvSpPr txBox="1"/>
          <p:nvPr/>
        </p:nvSpPr>
        <p:spPr>
          <a:xfrm>
            <a:off x="8107175" y="233382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9" name="Google Shape;4799;p154"/>
          <p:cNvSpPr txBox="1"/>
          <p:nvPr/>
        </p:nvSpPr>
        <p:spPr>
          <a:xfrm>
            <a:off x="8107175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0" name="Google Shape;4800;p154"/>
          <p:cNvSpPr txBox="1"/>
          <p:nvPr/>
        </p:nvSpPr>
        <p:spPr>
          <a:xfrm>
            <a:off x="6526500" y="233382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1" name="Google Shape;4801;p154"/>
          <p:cNvSpPr txBox="1"/>
          <p:nvPr/>
        </p:nvSpPr>
        <p:spPr>
          <a:xfrm>
            <a:off x="7136500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y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2" name="Google Shape;4802;p154"/>
          <p:cNvSpPr/>
          <p:nvPr/>
        </p:nvSpPr>
        <p:spPr>
          <a:xfrm>
            <a:off x="658800" y="2949475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3" name="Google Shape;4803;p154"/>
          <p:cNvSpPr txBox="1"/>
          <p:nvPr/>
        </p:nvSpPr>
        <p:spPr>
          <a:xfrm>
            <a:off x="801750" y="303797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04" name="Google Shape;4804;p154"/>
          <p:cNvCxnSpPr>
            <a:stCxn id="4782" idx="4"/>
            <a:endCxn id="4802" idx="0"/>
          </p:cNvCxnSpPr>
          <p:nvPr/>
        </p:nvCxnSpPr>
        <p:spPr>
          <a:xfrm>
            <a:off x="1029300" y="2517050"/>
            <a:ext cx="0" cy="432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05" name="Google Shape;4805;p154"/>
          <p:cNvCxnSpPr>
            <a:endCxn id="4784" idx="0"/>
          </p:cNvCxnSpPr>
          <p:nvPr/>
        </p:nvCxnSpPr>
        <p:spPr>
          <a:xfrm>
            <a:off x="1029300" y="3675900"/>
            <a:ext cx="0" cy="52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06" name="Google Shape;4806;p154"/>
          <p:cNvSpPr/>
          <p:nvPr/>
        </p:nvSpPr>
        <p:spPr>
          <a:xfrm>
            <a:off x="6119100" y="3181650"/>
            <a:ext cx="1941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7" name="Google Shape;4807;p154"/>
          <p:cNvSpPr txBox="1"/>
          <p:nvPr/>
        </p:nvSpPr>
        <p:spPr>
          <a:xfrm>
            <a:off x="6862350" y="3187188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" name="Google Shape;4812;p155"/>
          <p:cNvSpPr txBox="1">
            <a:spLocks noGrp="1"/>
          </p:cNvSpPr>
          <p:nvPr>
            <p:ph type="ctrTitle" idx="4294967295"/>
          </p:nvPr>
        </p:nvSpPr>
        <p:spPr>
          <a:xfrm>
            <a:off x="658800" y="246700"/>
            <a:ext cx="7899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Construyendo los Failure Links</a:t>
            </a:r>
            <a:endParaRPr sz="4100"/>
          </a:p>
        </p:txBody>
      </p:sp>
      <p:sp>
        <p:nvSpPr>
          <p:cNvPr id="4813" name="Google Shape;4813;p155"/>
          <p:cNvSpPr txBox="1"/>
          <p:nvPr/>
        </p:nvSpPr>
        <p:spPr>
          <a:xfrm>
            <a:off x="72600" y="1111200"/>
            <a:ext cx="907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2: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no existe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4" name="Google Shape;4814;p155"/>
          <p:cNvSpPr/>
          <p:nvPr/>
        </p:nvSpPr>
        <p:spPr>
          <a:xfrm>
            <a:off x="658800" y="17907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5" name="Google Shape;4815;p155"/>
          <p:cNvSpPr/>
          <p:nvPr/>
        </p:nvSpPr>
        <p:spPr>
          <a:xfrm>
            <a:off x="3271350" y="179075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6" name="Google Shape;4816;p155"/>
          <p:cNvSpPr/>
          <p:nvPr/>
        </p:nvSpPr>
        <p:spPr>
          <a:xfrm>
            <a:off x="65880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7" name="Google Shape;4817;p155"/>
          <p:cNvSpPr/>
          <p:nvPr/>
        </p:nvSpPr>
        <p:spPr>
          <a:xfrm>
            <a:off x="3271350" y="4196700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18" name="Google Shape;4818;p155"/>
          <p:cNvCxnSpPr>
            <a:stCxn id="4814" idx="6"/>
            <a:endCxn id="4815" idx="2"/>
          </p:cNvCxnSpPr>
          <p:nvPr/>
        </p:nvCxnSpPr>
        <p:spPr>
          <a:xfrm>
            <a:off x="1399800" y="215390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9" name="Google Shape;4819;p155"/>
          <p:cNvCxnSpPr>
            <a:stCxn id="4816" idx="6"/>
            <a:endCxn id="4817" idx="2"/>
          </p:cNvCxnSpPr>
          <p:nvPr/>
        </p:nvCxnSpPr>
        <p:spPr>
          <a:xfrm>
            <a:off x="1399800" y="4559850"/>
            <a:ext cx="1871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20" name="Google Shape;4820;p155"/>
          <p:cNvSpPr txBox="1"/>
          <p:nvPr/>
        </p:nvSpPr>
        <p:spPr>
          <a:xfrm>
            <a:off x="2108025" y="1665300"/>
            <a:ext cx="455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1" name="Google Shape;4821;p155"/>
          <p:cNvSpPr txBox="1"/>
          <p:nvPr/>
        </p:nvSpPr>
        <p:spPr>
          <a:xfrm>
            <a:off x="2108025" y="401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2" name="Google Shape;4822;p155"/>
          <p:cNvSpPr txBox="1"/>
          <p:nvPr/>
        </p:nvSpPr>
        <p:spPr>
          <a:xfrm>
            <a:off x="801750" y="18792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3" name="Google Shape;4823;p155"/>
          <p:cNvSpPr txBox="1"/>
          <p:nvPr/>
        </p:nvSpPr>
        <p:spPr>
          <a:xfrm>
            <a:off x="801750" y="42852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y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4" name="Google Shape;4824;p155"/>
          <p:cNvSpPr txBox="1"/>
          <p:nvPr/>
        </p:nvSpPr>
        <p:spPr>
          <a:xfrm>
            <a:off x="3414450" y="187925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5" name="Google Shape;4825;p155"/>
          <p:cNvSpPr txBox="1"/>
          <p:nvPr/>
        </p:nvSpPr>
        <p:spPr>
          <a:xfrm>
            <a:off x="3414450" y="4285200"/>
            <a:ext cx="741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ya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6" name="Google Shape;4826;p155"/>
          <p:cNvSpPr/>
          <p:nvPr/>
        </p:nvSpPr>
        <p:spPr>
          <a:xfrm>
            <a:off x="5244725" y="2322725"/>
            <a:ext cx="28158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7" name="Google Shape;4827;p155"/>
          <p:cNvSpPr/>
          <p:nvPr/>
        </p:nvSpPr>
        <p:spPr>
          <a:xfrm>
            <a:off x="6667450" y="4040550"/>
            <a:ext cx="1393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8" name="Google Shape;4828;p155"/>
          <p:cNvSpPr/>
          <p:nvPr/>
        </p:nvSpPr>
        <p:spPr>
          <a:xfrm>
            <a:off x="8060525" y="4040550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9" name="Google Shape;4829;p155"/>
          <p:cNvSpPr/>
          <p:nvPr/>
        </p:nvSpPr>
        <p:spPr>
          <a:xfrm>
            <a:off x="8060525" y="2322725"/>
            <a:ext cx="548400" cy="571500"/>
          </a:xfrm>
          <a:prstGeom prst="rect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0" name="Google Shape;4830;p155"/>
          <p:cNvSpPr txBox="1"/>
          <p:nvPr/>
        </p:nvSpPr>
        <p:spPr>
          <a:xfrm>
            <a:off x="8107175" y="233382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1" name="Google Shape;4831;p155"/>
          <p:cNvSpPr txBox="1"/>
          <p:nvPr/>
        </p:nvSpPr>
        <p:spPr>
          <a:xfrm>
            <a:off x="8107175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a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2" name="Google Shape;4832;p155"/>
          <p:cNvSpPr txBox="1"/>
          <p:nvPr/>
        </p:nvSpPr>
        <p:spPr>
          <a:xfrm>
            <a:off x="6526500" y="233382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w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3" name="Google Shape;4833;p155"/>
          <p:cNvSpPr txBox="1"/>
          <p:nvPr/>
        </p:nvSpPr>
        <p:spPr>
          <a:xfrm>
            <a:off x="7136500" y="4040550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y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4" name="Google Shape;4834;p155"/>
          <p:cNvSpPr/>
          <p:nvPr/>
        </p:nvSpPr>
        <p:spPr>
          <a:xfrm>
            <a:off x="658800" y="2949475"/>
            <a:ext cx="741000" cy="726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5" name="Google Shape;4835;p155"/>
          <p:cNvSpPr txBox="1"/>
          <p:nvPr/>
        </p:nvSpPr>
        <p:spPr>
          <a:xfrm>
            <a:off x="801750" y="3037975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36" name="Google Shape;4836;p155"/>
          <p:cNvCxnSpPr>
            <a:stCxn id="4814" idx="4"/>
            <a:endCxn id="4834" idx="0"/>
          </p:cNvCxnSpPr>
          <p:nvPr/>
        </p:nvCxnSpPr>
        <p:spPr>
          <a:xfrm>
            <a:off x="1029300" y="2517050"/>
            <a:ext cx="0" cy="432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37" name="Google Shape;4837;p155"/>
          <p:cNvCxnSpPr>
            <a:endCxn id="4816" idx="0"/>
          </p:cNvCxnSpPr>
          <p:nvPr/>
        </p:nvCxnSpPr>
        <p:spPr>
          <a:xfrm>
            <a:off x="1029300" y="3675900"/>
            <a:ext cx="0" cy="52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38" name="Google Shape;4838;p155"/>
          <p:cNvSpPr/>
          <p:nvPr/>
        </p:nvSpPr>
        <p:spPr>
          <a:xfrm>
            <a:off x="6119100" y="3181650"/>
            <a:ext cx="1941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9" name="Google Shape;4839;p155"/>
          <p:cNvSpPr txBox="1"/>
          <p:nvPr/>
        </p:nvSpPr>
        <p:spPr>
          <a:xfrm>
            <a:off x="6862350" y="3187188"/>
            <a:ext cx="4551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Lato"/>
                <a:ea typeface="Lato"/>
                <a:cs typeface="Lato"/>
                <a:sym typeface="Lato"/>
              </a:rPr>
              <a:t>x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40" name="Google Shape;4840;p155"/>
          <p:cNvCxnSpPr>
            <a:endCxn id="4817" idx="0"/>
          </p:cNvCxnSpPr>
          <p:nvPr/>
        </p:nvCxnSpPr>
        <p:spPr>
          <a:xfrm>
            <a:off x="3641850" y="2517000"/>
            <a:ext cx="0" cy="1679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5" name="Google Shape;4845;p156"/>
          <p:cNvSpPr txBox="1">
            <a:spLocks noGrp="1"/>
          </p:cNvSpPr>
          <p:nvPr>
            <p:ph type="ctrTitle" idx="4294967295"/>
          </p:nvPr>
        </p:nvSpPr>
        <p:spPr>
          <a:xfrm>
            <a:off x="658800" y="246700"/>
            <a:ext cx="7899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Construyendo los Failure Links</a:t>
            </a:r>
            <a:endParaRPr sz="4100"/>
          </a:p>
        </p:txBody>
      </p:sp>
      <p:sp>
        <p:nvSpPr>
          <p:cNvPr id="4846" name="Google Shape;4846;p156"/>
          <p:cNvSpPr txBox="1"/>
          <p:nvPr/>
        </p:nvSpPr>
        <p:spPr>
          <a:xfrm>
            <a:off x="72600" y="1555800"/>
            <a:ext cx="9071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construir el failure link de un nodo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wa:</a:t>
            </a:r>
            <a:endParaRPr sz="2400" i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Seguimos el  failure link  de 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hasta el nodo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el nodo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xa 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existe,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tiene un failure link  a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xa.</a:t>
            </a:r>
            <a:endParaRPr sz="2400" i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contrario, seguimos el failure link de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y repetimos.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necesitamos retroceder en el nodo raíz, entonces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wa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tiene un failure link que apunta a la raíz.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1" name="Google Shape;4851;p157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2" name="Google Shape;4852;p157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3" name="Google Shape;4853;p157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4" name="Google Shape;4854;p157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5" name="Google Shape;4855;p157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6" name="Google Shape;4856;p157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7" name="Google Shape;4857;p157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8" name="Google Shape;4858;p157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9" name="Google Shape;4859;p157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0" name="Google Shape;4860;p157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1" name="Google Shape;4861;p157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2" name="Google Shape;4862;p157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63" name="Google Shape;4863;p157"/>
          <p:cNvCxnSpPr>
            <a:stCxn id="4851" idx="0"/>
            <a:endCxn id="485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4" name="Google Shape;4864;p157"/>
          <p:cNvCxnSpPr>
            <a:stCxn id="4851" idx="4"/>
            <a:endCxn id="485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5" name="Google Shape;4865;p157"/>
          <p:cNvCxnSpPr>
            <a:stCxn id="4851" idx="7"/>
            <a:endCxn id="485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6" name="Google Shape;4866;p157"/>
          <p:cNvCxnSpPr>
            <a:stCxn id="4851" idx="5"/>
            <a:endCxn id="485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7" name="Google Shape;4867;p157"/>
          <p:cNvCxnSpPr>
            <a:stCxn id="4854" idx="6"/>
            <a:endCxn id="486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8" name="Google Shape;4868;p157"/>
          <p:cNvCxnSpPr>
            <a:stCxn id="4853" idx="6"/>
            <a:endCxn id="485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9" name="Google Shape;4869;p157"/>
          <p:cNvCxnSpPr>
            <a:stCxn id="4859" idx="6"/>
            <a:endCxn id="486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0" name="Google Shape;4870;p157"/>
          <p:cNvCxnSpPr>
            <a:stCxn id="4860" idx="6"/>
            <a:endCxn id="486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1" name="Google Shape;4871;p157"/>
          <p:cNvCxnSpPr>
            <a:stCxn id="4852" idx="6"/>
            <a:endCxn id="485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2" name="Google Shape;4872;p157"/>
          <p:cNvCxnSpPr>
            <a:stCxn id="4857" idx="6"/>
            <a:endCxn id="485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3" name="Google Shape;4873;p157"/>
          <p:cNvCxnSpPr>
            <a:stCxn id="4855" idx="6"/>
            <a:endCxn id="485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74" name="Google Shape;4874;p157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5" name="Google Shape;4875;p157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6" name="Google Shape;4876;p157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7" name="Google Shape;4877;p157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8" name="Google Shape;4878;p157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9" name="Google Shape;4879;p157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0" name="Google Shape;4880;p157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1" name="Google Shape;4881;p157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2" name="Google Shape;4882;p157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3" name="Google Shape;4883;p157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4" name="Google Shape;4884;p157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85" name="Google Shape;4885;p157"/>
          <p:cNvCxnSpPr>
            <a:stCxn id="4861" idx="6"/>
            <a:endCxn id="488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86" name="Google Shape;4886;p157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7" name="Google Shape;4887;p157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8" name="Google Shape;4888;p157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9" name="Google Shape;4889;p157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0" name="Google Shape;4890;p157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1" name="Google Shape;4891;p157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892" name="Google Shape;4892;p157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93" name="Google Shape;4893;p157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4" name="Google Shape;4894;p157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95" name="Google Shape;4895;p157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6" name="Google Shape;4896;p157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7" name="Google Shape;4897;p157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98" name="Google Shape;4898;p157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99" name="Google Shape;4899;p157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Google Shape;4904;p158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5" name="Google Shape;4905;p158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6" name="Google Shape;4906;p158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7" name="Google Shape;4907;p158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8" name="Google Shape;4908;p158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9" name="Google Shape;4909;p158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0" name="Google Shape;4910;p158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1" name="Google Shape;4911;p158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2" name="Google Shape;4912;p158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3" name="Google Shape;4913;p158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4" name="Google Shape;4914;p158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5" name="Google Shape;4915;p158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16" name="Google Shape;4916;p158"/>
          <p:cNvCxnSpPr>
            <a:stCxn id="4904" idx="0"/>
            <a:endCxn id="4908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7" name="Google Shape;4917;p158"/>
          <p:cNvCxnSpPr>
            <a:stCxn id="4904" idx="4"/>
            <a:endCxn id="4907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8" name="Google Shape;4918;p158"/>
          <p:cNvCxnSpPr>
            <a:stCxn id="4904" idx="7"/>
            <a:endCxn id="4905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9" name="Google Shape;4919;p158"/>
          <p:cNvCxnSpPr>
            <a:stCxn id="4904" idx="5"/>
            <a:endCxn id="4906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0" name="Google Shape;4920;p158"/>
          <p:cNvCxnSpPr>
            <a:stCxn id="4907" idx="6"/>
            <a:endCxn id="4915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1" name="Google Shape;4921;p158"/>
          <p:cNvCxnSpPr>
            <a:stCxn id="4906" idx="6"/>
            <a:endCxn id="4912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2" name="Google Shape;4922;p158"/>
          <p:cNvCxnSpPr>
            <a:stCxn id="4912" idx="6"/>
            <a:endCxn id="4913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3" name="Google Shape;4923;p158"/>
          <p:cNvCxnSpPr>
            <a:stCxn id="4913" idx="6"/>
            <a:endCxn id="4914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4" name="Google Shape;4924;p158"/>
          <p:cNvCxnSpPr>
            <a:stCxn id="4905" idx="6"/>
            <a:endCxn id="4910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5" name="Google Shape;4925;p158"/>
          <p:cNvCxnSpPr>
            <a:stCxn id="4910" idx="6"/>
            <a:endCxn id="4911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6" name="Google Shape;4926;p158"/>
          <p:cNvCxnSpPr>
            <a:stCxn id="4908" idx="6"/>
            <a:endCxn id="4909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27" name="Google Shape;4927;p158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8" name="Google Shape;4928;p158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9" name="Google Shape;4929;p158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0" name="Google Shape;4930;p158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1" name="Google Shape;4931;p158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2" name="Google Shape;4932;p158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3" name="Google Shape;4933;p158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4" name="Google Shape;4934;p158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5" name="Google Shape;4935;p158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6" name="Google Shape;4936;p158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7" name="Google Shape;4937;p158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38" name="Google Shape;4938;p158"/>
          <p:cNvCxnSpPr>
            <a:stCxn id="4914" idx="6"/>
            <a:endCxn id="4937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39" name="Google Shape;4939;p158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0" name="Google Shape;4940;p158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1" name="Google Shape;4941;p158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2" name="Google Shape;4942;p158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3" name="Google Shape;4943;p158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4" name="Google Shape;4944;p158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945" name="Google Shape;4945;p158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46" name="Google Shape;4946;p158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47" name="Google Shape;4947;p158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48" name="Google Shape;4948;p158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49" name="Google Shape;4949;p158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50" name="Google Shape;4950;p158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51" name="Google Shape;4951;p158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52" name="Google Shape;4952;p158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7" name="Google Shape;4957;p159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8" name="Google Shape;4958;p159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9" name="Google Shape;4959;p159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0" name="Google Shape;4960;p159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1" name="Google Shape;4961;p159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2" name="Google Shape;4962;p159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3" name="Google Shape;4963;p159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4" name="Google Shape;4964;p159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5" name="Google Shape;4965;p159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6" name="Google Shape;4966;p159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7" name="Google Shape;4967;p159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8" name="Google Shape;4968;p159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69" name="Google Shape;4969;p159"/>
          <p:cNvCxnSpPr>
            <a:stCxn id="4957" idx="0"/>
            <a:endCxn id="4961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0" name="Google Shape;4970;p159"/>
          <p:cNvCxnSpPr>
            <a:stCxn id="4957" idx="4"/>
            <a:endCxn id="4960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1" name="Google Shape;4971;p159"/>
          <p:cNvCxnSpPr>
            <a:stCxn id="4957" idx="7"/>
            <a:endCxn id="4958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2" name="Google Shape;4972;p159"/>
          <p:cNvCxnSpPr>
            <a:stCxn id="4957" idx="5"/>
            <a:endCxn id="4959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3" name="Google Shape;4973;p159"/>
          <p:cNvCxnSpPr>
            <a:stCxn id="4960" idx="6"/>
            <a:endCxn id="4968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4" name="Google Shape;4974;p159"/>
          <p:cNvCxnSpPr>
            <a:stCxn id="4959" idx="6"/>
            <a:endCxn id="4965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5" name="Google Shape;4975;p159"/>
          <p:cNvCxnSpPr>
            <a:stCxn id="4965" idx="6"/>
            <a:endCxn id="4966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6" name="Google Shape;4976;p159"/>
          <p:cNvCxnSpPr>
            <a:stCxn id="4966" idx="6"/>
            <a:endCxn id="4967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7" name="Google Shape;4977;p159"/>
          <p:cNvCxnSpPr>
            <a:stCxn id="4958" idx="6"/>
            <a:endCxn id="4963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8" name="Google Shape;4978;p159"/>
          <p:cNvCxnSpPr>
            <a:stCxn id="4963" idx="6"/>
            <a:endCxn id="4964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9" name="Google Shape;4979;p159"/>
          <p:cNvCxnSpPr>
            <a:stCxn id="4961" idx="6"/>
            <a:endCxn id="4962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80" name="Google Shape;4980;p159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1" name="Google Shape;4981;p159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2" name="Google Shape;4982;p159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3" name="Google Shape;4983;p159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4" name="Google Shape;4984;p159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5" name="Google Shape;4985;p159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6" name="Google Shape;4986;p159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7" name="Google Shape;4987;p159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8" name="Google Shape;4988;p159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9" name="Google Shape;4989;p159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0" name="Google Shape;4990;p159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91" name="Google Shape;4991;p159"/>
          <p:cNvCxnSpPr>
            <a:stCxn id="4967" idx="6"/>
            <a:endCxn id="4990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2" name="Google Shape;4992;p159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3" name="Google Shape;4993;p159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4" name="Google Shape;4994;p159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5" name="Google Shape;4995;p159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6" name="Google Shape;4996;p159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7" name="Google Shape;4997;p159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998" name="Google Shape;4998;p159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99" name="Google Shape;4999;p159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00" name="Google Shape;5000;p159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01" name="Google Shape;5001;p159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02" name="Google Shape;5002;p159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03" name="Google Shape;5003;p159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04" name="Google Shape;5004;p159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05" name="Google Shape;5005;p159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0" name="Google Shape;5010;p160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1" name="Google Shape;5011;p160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2" name="Google Shape;5012;p160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3" name="Google Shape;5013;p160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4" name="Google Shape;5014;p160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5" name="Google Shape;5015;p160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6" name="Google Shape;5016;p160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7" name="Google Shape;5017;p160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8" name="Google Shape;5018;p160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9" name="Google Shape;5019;p160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20" name="Google Shape;5020;p160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21" name="Google Shape;5021;p160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22" name="Google Shape;5022;p160"/>
          <p:cNvCxnSpPr>
            <a:stCxn id="5010" idx="0"/>
            <a:endCxn id="5014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3" name="Google Shape;5023;p160"/>
          <p:cNvCxnSpPr>
            <a:stCxn id="5010" idx="4"/>
            <a:endCxn id="5013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4" name="Google Shape;5024;p160"/>
          <p:cNvCxnSpPr>
            <a:stCxn id="5010" idx="7"/>
            <a:endCxn id="5011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5" name="Google Shape;5025;p160"/>
          <p:cNvCxnSpPr>
            <a:stCxn id="5010" idx="5"/>
            <a:endCxn id="5012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6" name="Google Shape;5026;p160"/>
          <p:cNvCxnSpPr>
            <a:stCxn id="5013" idx="6"/>
            <a:endCxn id="5021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7" name="Google Shape;5027;p160"/>
          <p:cNvCxnSpPr>
            <a:stCxn id="5012" idx="6"/>
            <a:endCxn id="5018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8" name="Google Shape;5028;p160"/>
          <p:cNvCxnSpPr>
            <a:stCxn id="5018" idx="6"/>
            <a:endCxn id="5019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9" name="Google Shape;5029;p160"/>
          <p:cNvCxnSpPr>
            <a:stCxn id="5019" idx="6"/>
            <a:endCxn id="5020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30" name="Google Shape;5030;p160"/>
          <p:cNvCxnSpPr>
            <a:stCxn id="5011" idx="6"/>
            <a:endCxn id="5016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31" name="Google Shape;5031;p160"/>
          <p:cNvCxnSpPr>
            <a:stCxn id="5016" idx="6"/>
            <a:endCxn id="5017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32" name="Google Shape;5032;p160"/>
          <p:cNvCxnSpPr>
            <a:stCxn id="5014" idx="6"/>
            <a:endCxn id="5015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3" name="Google Shape;5033;p160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4" name="Google Shape;5034;p160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5" name="Google Shape;5035;p160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6" name="Google Shape;5036;p160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7" name="Google Shape;5037;p160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8" name="Google Shape;5038;p160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9" name="Google Shape;5039;p160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0" name="Google Shape;5040;p160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1" name="Google Shape;5041;p160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2" name="Google Shape;5042;p160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3" name="Google Shape;5043;p160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44" name="Google Shape;5044;p160"/>
          <p:cNvCxnSpPr>
            <a:stCxn id="5020" idx="6"/>
            <a:endCxn id="5043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45" name="Google Shape;5045;p160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6" name="Google Shape;5046;p160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7" name="Google Shape;5047;p160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8" name="Google Shape;5048;p160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9" name="Google Shape;5049;p160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50" name="Google Shape;5050;p160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051" name="Google Shape;5051;p160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52" name="Google Shape;5052;p160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53" name="Google Shape;5053;p160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54" name="Google Shape;5054;p160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55" name="Google Shape;5055;p160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56" name="Google Shape;5056;p160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57" name="Google Shape;5057;p160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58" name="Google Shape;5058;p160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59" name="Google Shape;5059;p160"/>
          <p:cNvCxnSpPr>
            <a:stCxn id="5014" idx="3"/>
            <a:endCxn id="5010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0" name="Google Shape;5060;p160"/>
          <p:cNvCxnSpPr>
            <a:stCxn id="5011" idx="3"/>
            <a:endCxn id="5010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1" name="Google Shape;5061;p160"/>
          <p:cNvCxnSpPr>
            <a:stCxn id="5012" idx="3"/>
            <a:endCxn id="5010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2" name="Google Shape;5062;p160"/>
          <p:cNvCxnSpPr>
            <a:stCxn id="5013" idx="1"/>
            <a:endCxn id="5010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7" name="Google Shape;5067;p161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8" name="Google Shape;5068;p161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9" name="Google Shape;5069;p161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0" name="Google Shape;5070;p161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1" name="Google Shape;5071;p161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2" name="Google Shape;5072;p161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3" name="Google Shape;5073;p161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4" name="Google Shape;5074;p161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5" name="Google Shape;5075;p161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6" name="Google Shape;5076;p161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7" name="Google Shape;5077;p161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8" name="Google Shape;5078;p161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79" name="Google Shape;5079;p161"/>
          <p:cNvCxnSpPr>
            <a:stCxn id="5067" idx="0"/>
            <a:endCxn id="5071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0" name="Google Shape;5080;p161"/>
          <p:cNvCxnSpPr>
            <a:stCxn id="5067" idx="4"/>
            <a:endCxn id="5070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1" name="Google Shape;5081;p161"/>
          <p:cNvCxnSpPr>
            <a:stCxn id="5067" idx="7"/>
            <a:endCxn id="5068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2" name="Google Shape;5082;p161"/>
          <p:cNvCxnSpPr>
            <a:stCxn id="5067" idx="5"/>
            <a:endCxn id="5069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3" name="Google Shape;5083;p161"/>
          <p:cNvCxnSpPr>
            <a:stCxn id="5070" idx="6"/>
            <a:endCxn id="5078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4" name="Google Shape;5084;p161"/>
          <p:cNvCxnSpPr>
            <a:stCxn id="5069" idx="6"/>
            <a:endCxn id="5075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5" name="Google Shape;5085;p161"/>
          <p:cNvCxnSpPr>
            <a:stCxn id="5075" idx="6"/>
            <a:endCxn id="5076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6" name="Google Shape;5086;p161"/>
          <p:cNvCxnSpPr>
            <a:stCxn id="5076" idx="6"/>
            <a:endCxn id="5077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7" name="Google Shape;5087;p161"/>
          <p:cNvCxnSpPr>
            <a:stCxn id="5068" idx="6"/>
            <a:endCxn id="5073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8" name="Google Shape;5088;p161"/>
          <p:cNvCxnSpPr>
            <a:stCxn id="5073" idx="6"/>
            <a:endCxn id="5074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9" name="Google Shape;5089;p161"/>
          <p:cNvCxnSpPr>
            <a:stCxn id="5071" idx="6"/>
            <a:endCxn id="5072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0" name="Google Shape;5090;p161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1" name="Google Shape;5091;p161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2" name="Google Shape;5092;p161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3" name="Google Shape;5093;p161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4" name="Google Shape;5094;p161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5" name="Google Shape;5095;p161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6" name="Google Shape;5096;p161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7" name="Google Shape;5097;p161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8" name="Google Shape;5098;p161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9" name="Google Shape;5099;p161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0" name="Google Shape;5100;p161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01" name="Google Shape;5101;p161"/>
          <p:cNvCxnSpPr>
            <a:stCxn id="5077" idx="6"/>
            <a:endCxn id="5100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02" name="Google Shape;5102;p161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3" name="Google Shape;5103;p161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4" name="Google Shape;5104;p161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5" name="Google Shape;5105;p161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6" name="Google Shape;5106;p161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7" name="Google Shape;5107;p161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108" name="Google Shape;5108;p161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09" name="Google Shape;5109;p161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10" name="Google Shape;5110;p161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11" name="Google Shape;5111;p161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12" name="Google Shape;5112;p161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13" name="Google Shape;5113;p161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14" name="Google Shape;5114;p161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15" name="Google Shape;5115;p161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16" name="Google Shape;5116;p161"/>
          <p:cNvCxnSpPr>
            <a:stCxn id="5071" idx="3"/>
            <a:endCxn id="5067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17" name="Google Shape;5117;p161"/>
          <p:cNvCxnSpPr>
            <a:stCxn id="5068" idx="3"/>
            <a:endCxn id="5067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18" name="Google Shape;5118;p161"/>
          <p:cNvCxnSpPr>
            <a:stCxn id="5069" idx="3"/>
            <a:endCxn id="5067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19" name="Google Shape;5119;p161"/>
          <p:cNvCxnSpPr>
            <a:stCxn id="5070" idx="1"/>
            <a:endCxn id="5067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Google Shape;5124;p162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5" name="Google Shape;5125;p162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6" name="Google Shape;5126;p162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7" name="Google Shape;5127;p162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8" name="Google Shape;5128;p162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9" name="Google Shape;5129;p162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0" name="Google Shape;5130;p162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1" name="Google Shape;5131;p162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2" name="Google Shape;5132;p162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3" name="Google Shape;5133;p162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4" name="Google Shape;5134;p162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5" name="Google Shape;5135;p162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36" name="Google Shape;5136;p162"/>
          <p:cNvCxnSpPr>
            <a:stCxn id="5124" idx="0"/>
            <a:endCxn id="5128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7" name="Google Shape;5137;p162"/>
          <p:cNvCxnSpPr>
            <a:stCxn id="5124" idx="4"/>
            <a:endCxn id="5127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8" name="Google Shape;5138;p162"/>
          <p:cNvCxnSpPr>
            <a:stCxn id="5124" idx="7"/>
            <a:endCxn id="5125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9" name="Google Shape;5139;p162"/>
          <p:cNvCxnSpPr>
            <a:stCxn id="5124" idx="5"/>
            <a:endCxn id="5126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0" name="Google Shape;5140;p162"/>
          <p:cNvCxnSpPr>
            <a:stCxn id="5127" idx="6"/>
            <a:endCxn id="5135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1" name="Google Shape;5141;p162"/>
          <p:cNvCxnSpPr>
            <a:stCxn id="5126" idx="6"/>
            <a:endCxn id="5132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2" name="Google Shape;5142;p162"/>
          <p:cNvCxnSpPr>
            <a:stCxn id="5132" idx="6"/>
            <a:endCxn id="5133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3" name="Google Shape;5143;p162"/>
          <p:cNvCxnSpPr>
            <a:stCxn id="5133" idx="6"/>
            <a:endCxn id="5134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4" name="Google Shape;5144;p162"/>
          <p:cNvCxnSpPr>
            <a:stCxn id="5125" idx="6"/>
            <a:endCxn id="5130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5" name="Google Shape;5145;p162"/>
          <p:cNvCxnSpPr>
            <a:stCxn id="5130" idx="6"/>
            <a:endCxn id="5131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6" name="Google Shape;5146;p162"/>
          <p:cNvCxnSpPr>
            <a:stCxn id="5128" idx="6"/>
            <a:endCxn id="5129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47" name="Google Shape;5147;p162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8" name="Google Shape;5148;p162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9" name="Google Shape;5149;p162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0" name="Google Shape;5150;p162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1" name="Google Shape;5151;p162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2" name="Google Shape;5152;p162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3" name="Google Shape;5153;p162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4" name="Google Shape;5154;p162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5" name="Google Shape;5155;p162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6" name="Google Shape;5156;p162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7" name="Google Shape;5157;p162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58" name="Google Shape;5158;p162"/>
          <p:cNvCxnSpPr>
            <a:stCxn id="5134" idx="6"/>
            <a:endCxn id="5157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9" name="Google Shape;5159;p162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0" name="Google Shape;5160;p162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1" name="Google Shape;5161;p162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2" name="Google Shape;5162;p162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3" name="Google Shape;5163;p162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4" name="Google Shape;5164;p162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165" name="Google Shape;5165;p162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66" name="Google Shape;5166;p162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7" name="Google Shape;5167;p162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68" name="Google Shape;5168;p162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9" name="Google Shape;5169;p162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70" name="Google Shape;5170;p162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71" name="Google Shape;5171;p162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72" name="Google Shape;5172;p162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73" name="Google Shape;5173;p162"/>
          <p:cNvCxnSpPr>
            <a:stCxn id="5128" idx="3"/>
            <a:endCxn id="5124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4" name="Google Shape;5174;p162"/>
          <p:cNvCxnSpPr>
            <a:stCxn id="5125" idx="3"/>
            <a:endCxn id="5124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5" name="Google Shape;5175;p162"/>
          <p:cNvCxnSpPr>
            <a:stCxn id="5126" idx="3"/>
            <a:endCxn id="5124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6" name="Google Shape;5176;p162"/>
          <p:cNvCxnSpPr>
            <a:stCxn id="5127" idx="1"/>
            <a:endCxn id="5124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Google Shape;5181;p163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2" name="Google Shape;5182;p163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3" name="Google Shape;5183;p163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4" name="Google Shape;5184;p163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5" name="Google Shape;5185;p163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6" name="Google Shape;5186;p163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7" name="Google Shape;5187;p163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8" name="Google Shape;5188;p163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9" name="Google Shape;5189;p163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0" name="Google Shape;5190;p163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1" name="Google Shape;5191;p163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2" name="Google Shape;5192;p163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93" name="Google Shape;5193;p163"/>
          <p:cNvCxnSpPr>
            <a:stCxn id="5181" idx="0"/>
            <a:endCxn id="518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4" name="Google Shape;5194;p163"/>
          <p:cNvCxnSpPr>
            <a:stCxn id="5181" idx="4"/>
            <a:endCxn id="518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5" name="Google Shape;5195;p163"/>
          <p:cNvCxnSpPr>
            <a:stCxn id="5181" idx="7"/>
            <a:endCxn id="518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6" name="Google Shape;5196;p163"/>
          <p:cNvCxnSpPr>
            <a:stCxn id="5181" idx="5"/>
            <a:endCxn id="518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7" name="Google Shape;5197;p163"/>
          <p:cNvCxnSpPr>
            <a:stCxn id="5184" idx="6"/>
            <a:endCxn id="519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8" name="Google Shape;5198;p163"/>
          <p:cNvCxnSpPr>
            <a:stCxn id="5183" idx="6"/>
            <a:endCxn id="518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9" name="Google Shape;5199;p163"/>
          <p:cNvCxnSpPr>
            <a:stCxn id="5189" idx="6"/>
            <a:endCxn id="519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0" name="Google Shape;5200;p163"/>
          <p:cNvCxnSpPr>
            <a:stCxn id="5190" idx="6"/>
            <a:endCxn id="519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1" name="Google Shape;5201;p163"/>
          <p:cNvCxnSpPr>
            <a:stCxn id="5182" idx="6"/>
            <a:endCxn id="518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2" name="Google Shape;5202;p163"/>
          <p:cNvCxnSpPr>
            <a:stCxn id="5187" idx="6"/>
            <a:endCxn id="518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3" name="Google Shape;5203;p163"/>
          <p:cNvCxnSpPr>
            <a:stCxn id="5185" idx="6"/>
            <a:endCxn id="518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4" name="Google Shape;5204;p163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5" name="Google Shape;5205;p163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6" name="Google Shape;5206;p163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7" name="Google Shape;5207;p163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8" name="Google Shape;5208;p163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9" name="Google Shape;5209;p163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0" name="Google Shape;5210;p163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1" name="Google Shape;5211;p163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2" name="Google Shape;5212;p163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3" name="Google Shape;5213;p163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4" name="Google Shape;5214;p163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15" name="Google Shape;5215;p163"/>
          <p:cNvCxnSpPr>
            <a:stCxn id="5191" idx="6"/>
            <a:endCxn id="521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6" name="Google Shape;5216;p163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7" name="Google Shape;5217;p163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8" name="Google Shape;5218;p163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9" name="Google Shape;5219;p163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0" name="Google Shape;5220;p163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1" name="Google Shape;5221;p163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222" name="Google Shape;5222;p163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23" name="Google Shape;5223;p163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24" name="Google Shape;5224;p163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25" name="Google Shape;5225;p163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26" name="Google Shape;5226;p163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27" name="Google Shape;5227;p163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28" name="Google Shape;5228;p163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29" name="Google Shape;5229;p163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30" name="Google Shape;5230;p163"/>
          <p:cNvCxnSpPr>
            <a:stCxn id="5185" idx="3"/>
            <a:endCxn id="518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1" name="Google Shape;5231;p163"/>
          <p:cNvCxnSpPr>
            <a:stCxn id="5182" idx="3"/>
            <a:endCxn id="518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2" name="Google Shape;5232;p163"/>
          <p:cNvCxnSpPr>
            <a:stCxn id="5183" idx="3"/>
            <a:endCxn id="518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3" name="Google Shape;5233;p163"/>
          <p:cNvCxnSpPr>
            <a:stCxn id="5184" idx="1"/>
            <a:endCxn id="518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8" name="Google Shape;5238;p164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39" name="Google Shape;5239;p164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0" name="Google Shape;5240;p164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1" name="Google Shape;5241;p164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2" name="Google Shape;5242;p164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3" name="Google Shape;5243;p164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4" name="Google Shape;5244;p164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5" name="Google Shape;5245;p164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6" name="Google Shape;5246;p164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7" name="Google Shape;5247;p164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8" name="Google Shape;5248;p164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9" name="Google Shape;5249;p164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50" name="Google Shape;5250;p164"/>
          <p:cNvCxnSpPr>
            <a:stCxn id="5238" idx="0"/>
            <a:endCxn id="5242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1" name="Google Shape;5251;p164"/>
          <p:cNvCxnSpPr>
            <a:stCxn id="5238" idx="4"/>
            <a:endCxn id="5241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2" name="Google Shape;5252;p164"/>
          <p:cNvCxnSpPr>
            <a:stCxn id="5238" idx="7"/>
            <a:endCxn id="5239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3" name="Google Shape;5253;p164"/>
          <p:cNvCxnSpPr>
            <a:stCxn id="5238" idx="5"/>
            <a:endCxn id="5240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4" name="Google Shape;5254;p164"/>
          <p:cNvCxnSpPr>
            <a:stCxn id="5241" idx="6"/>
            <a:endCxn id="5249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5" name="Google Shape;5255;p164"/>
          <p:cNvCxnSpPr>
            <a:stCxn id="5240" idx="6"/>
            <a:endCxn id="5246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6" name="Google Shape;5256;p164"/>
          <p:cNvCxnSpPr>
            <a:stCxn id="5246" idx="6"/>
            <a:endCxn id="5247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7" name="Google Shape;5257;p164"/>
          <p:cNvCxnSpPr>
            <a:stCxn id="5247" idx="6"/>
            <a:endCxn id="5248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8" name="Google Shape;5258;p164"/>
          <p:cNvCxnSpPr>
            <a:stCxn id="5239" idx="6"/>
            <a:endCxn id="5244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9" name="Google Shape;5259;p164"/>
          <p:cNvCxnSpPr>
            <a:stCxn id="5244" idx="6"/>
            <a:endCxn id="5245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0" name="Google Shape;5260;p164"/>
          <p:cNvCxnSpPr>
            <a:stCxn id="5242" idx="6"/>
            <a:endCxn id="5243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61" name="Google Shape;5261;p164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2" name="Google Shape;5262;p164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3" name="Google Shape;5263;p164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4" name="Google Shape;5264;p164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5" name="Google Shape;5265;p164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6" name="Google Shape;5266;p164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7" name="Google Shape;5267;p164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8" name="Google Shape;5268;p164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9" name="Google Shape;5269;p164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0" name="Google Shape;5270;p164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1" name="Google Shape;5271;p164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72" name="Google Shape;5272;p164"/>
          <p:cNvCxnSpPr>
            <a:stCxn id="5248" idx="6"/>
            <a:endCxn id="5271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3" name="Google Shape;5273;p164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4" name="Google Shape;5274;p164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5" name="Google Shape;5275;p164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6" name="Google Shape;5276;p164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7" name="Google Shape;5277;p164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8" name="Google Shape;5278;p164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279" name="Google Shape;5279;p164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80" name="Google Shape;5280;p164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81" name="Google Shape;5281;p164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82" name="Google Shape;5282;p164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83" name="Google Shape;5283;p164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84" name="Google Shape;5284;p164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85" name="Google Shape;5285;p164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86" name="Google Shape;5286;p164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87" name="Google Shape;5287;p164"/>
          <p:cNvCxnSpPr>
            <a:stCxn id="5242" idx="3"/>
            <a:endCxn id="5238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8" name="Google Shape;5288;p164"/>
          <p:cNvCxnSpPr>
            <a:stCxn id="5239" idx="3"/>
            <a:endCxn id="5238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9" name="Google Shape;5289;p164"/>
          <p:cNvCxnSpPr>
            <a:stCxn id="5240" idx="3"/>
            <a:endCxn id="5238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0" name="Google Shape;5290;p164"/>
          <p:cNvCxnSpPr>
            <a:stCxn id="5241" idx="1"/>
            <a:endCxn id="5238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5" name="Google Shape;5295;p165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6" name="Google Shape;5296;p165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7" name="Google Shape;5297;p165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8" name="Google Shape;5298;p165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9" name="Google Shape;5299;p165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0" name="Google Shape;5300;p165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1" name="Google Shape;5301;p165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2" name="Google Shape;5302;p165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3" name="Google Shape;5303;p165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4" name="Google Shape;5304;p165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5" name="Google Shape;5305;p165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6" name="Google Shape;5306;p165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07" name="Google Shape;5307;p165"/>
          <p:cNvCxnSpPr>
            <a:stCxn id="5295" idx="0"/>
            <a:endCxn id="5299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8" name="Google Shape;5308;p165"/>
          <p:cNvCxnSpPr>
            <a:stCxn id="5295" idx="4"/>
            <a:endCxn id="5298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9" name="Google Shape;5309;p165"/>
          <p:cNvCxnSpPr>
            <a:stCxn id="5295" idx="7"/>
            <a:endCxn id="5296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0" name="Google Shape;5310;p165"/>
          <p:cNvCxnSpPr>
            <a:stCxn id="5295" idx="5"/>
            <a:endCxn id="5297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1" name="Google Shape;5311;p165"/>
          <p:cNvCxnSpPr>
            <a:stCxn id="5298" idx="6"/>
            <a:endCxn id="5306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2" name="Google Shape;5312;p165"/>
          <p:cNvCxnSpPr>
            <a:stCxn id="5297" idx="6"/>
            <a:endCxn id="5303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3" name="Google Shape;5313;p165"/>
          <p:cNvCxnSpPr>
            <a:stCxn id="5303" idx="6"/>
            <a:endCxn id="5304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4" name="Google Shape;5314;p165"/>
          <p:cNvCxnSpPr>
            <a:stCxn id="5304" idx="6"/>
            <a:endCxn id="5305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5" name="Google Shape;5315;p165"/>
          <p:cNvCxnSpPr>
            <a:stCxn id="5296" idx="6"/>
            <a:endCxn id="5301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6" name="Google Shape;5316;p165"/>
          <p:cNvCxnSpPr>
            <a:stCxn id="5301" idx="6"/>
            <a:endCxn id="5302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7" name="Google Shape;5317;p165"/>
          <p:cNvCxnSpPr>
            <a:stCxn id="5299" idx="6"/>
            <a:endCxn id="5300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18" name="Google Shape;5318;p165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9" name="Google Shape;5319;p165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0" name="Google Shape;5320;p165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1" name="Google Shape;5321;p165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2" name="Google Shape;5322;p165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3" name="Google Shape;5323;p165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4" name="Google Shape;5324;p165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5" name="Google Shape;5325;p165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6" name="Google Shape;5326;p165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7" name="Google Shape;5327;p165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8" name="Google Shape;5328;p165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29" name="Google Shape;5329;p165"/>
          <p:cNvCxnSpPr>
            <a:stCxn id="5305" idx="6"/>
            <a:endCxn id="5328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30" name="Google Shape;5330;p165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1" name="Google Shape;5331;p165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2" name="Google Shape;5332;p165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3" name="Google Shape;5333;p165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4" name="Google Shape;5334;p165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5" name="Google Shape;5335;p165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336" name="Google Shape;5336;p165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37" name="Google Shape;5337;p165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8" name="Google Shape;5338;p165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39" name="Google Shape;5339;p165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0" name="Google Shape;5340;p165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1" name="Google Shape;5341;p165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2" name="Google Shape;5342;p165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3" name="Google Shape;5343;p165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44" name="Google Shape;5344;p165"/>
          <p:cNvCxnSpPr>
            <a:stCxn id="5299" idx="3"/>
            <a:endCxn id="5295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5" name="Google Shape;5345;p165"/>
          <p:cNvCxnSpPr>
            <a:stCxn id="5296" idx="3"/>
            <a:endCxn id="5295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6" name="Google Shape;5346;p165"/>
          <p:cNvCxnSpPr>
            <a:stCxn id="5297" idx="3"/>
            <a:endCxn id="5295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7" name="Google Shape;5347;p165"/>
          <p:cNvCxnSpPr>
            <a:stCxn id="5298" idx="1"/>
            <a:endCxn id="5295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8" name="Google Shape;5348;p165"/>
          <p:cNvCxnSpPr>
            <a:stCxn id="5300" idx="3"/>
            <a:endCxn id="5296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3" name="Google Shape;5353;p166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4" name="Google Shape;5354;p166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5" name="Google Shape;5355;p166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6" name="Google Shape;5356;p166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7" name="Google Shape;5357;p166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8" name="Google Shape;5358;p166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9" name="Google Shape;5359;p166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0" name="Google Shape;5360;p166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1" name="Google Shape;5361;p166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2" name="Google Shape;5362;p166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3" name="Google Shape;5363;p166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4" name="Google Shape;5364;p166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65" name="Google Shape;5365;p166"/>
          <p:cNvCxnSpPr>
            <a:stCxn id="5353" idx="0"/>
            <a:endCxn id="5357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6" name="Google Shape;5366;p166"/>
          <p:cNvCxnSpPr>
            <a:stCxn id="5353" idx="4"/>
            <a:endCxn id="5356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7" name="Google Shape;5367;p166"/>
          <p:cNvCxnSpPr>
            <a:stCxn id="5353" idx="7"/>
            <a:endCxn id="5354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8" name="Google Shape;5368;p166"/>
          <p:cNvCxnSpPr>
            <a:stCxn id="5353" idx="5"/>
            <a:endCxn id="5355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9" name="Google Shape;5369;p166"/>
          <p:cNvCxnSpPr>
            <a:stCxn id="5356" idx="6"/>
            <a:endCxn id="5364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0" name="Google Shape;5370;p166"/>
          <p:cNvCxnSpPr>
            <a:stCxn id="5355" idx="6"/>
            <a:endCxn id="5361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1" name="Google Shape;5371;p166"/>
          <p:cNvCxnSpPr>
            <a:stCxn id="5361" idx="6"/>
            <a:endCxn id="5362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2" name="Google Shape;5372;p166"/>
          <p:cNvCxnSpPr>
            <a:stCxn id="5362" idx="6"/>
            <a:endCxn id="5363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3" name="Google Shape;5373;p166"/>
          <p:cNvCxnSpPr>
            <a:stCxn id="5354" idx="6"/>
            <a:endCxn id="5359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4" name="Google Shape;5374;p166"/>
          <p:cNvCxnSpPr>
            <a:stCxn id="5359" idx="6"/>
            <a:endCxn id="5360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5" name="Google Shape;5375;p166"/>
          <p:cNvCxnSpPr>
            <a:stCxn id="5357" idx="6"/>
            <a:endCxn id="5358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76" name="Google Shape;5376;p166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7" name="Google Shape;5377;p166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8" name="Google Shape;5378;p166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9" name="Google Shape;5379;p166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0" name="Google Shape;5380;p166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1" name="Google Shape;5381;p166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2" name="Google Shape;5382;p166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3" name="Google Shape;5383;p166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4" name="Google Shape;5384;p166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5" name="Google Shape;5385;p166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6" name="Google Shape;5386;p166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87" name="Google Shape;5387;p166"/>
          <p:cNvCxnSpPr>
            <a:stCxn id="5363" idx="6"/>
            <a:endCxn id="5386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88" name="Google Shape;5388;p166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9" name="Google Shape;5389;p166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90" name="Google Shape;5390;p166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91" name="Google Shape;5391;p166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92" name="Google Shape;5392;p166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93" name="Google Shape;5393;p166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394" name="Google Shape;5394;p166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95" name="Google Shape;5395;p166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6" name="Google Shape;5396;p166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97" name="Google Shape;5397;p166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8" name="Google Shape;5398;p166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9" name="Google Shape;5399;p166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00" name="Google Shape;5400;p166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01" name="Google Shape;5401;p166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02" name="Google Shape;5402;p166"/>
          <p:cNvCxnSpPr>
            <a:stCxn id="5357" idx="3"/>
            <a:endCxn id="5353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3" name="Google Shape;5403;p166"/>
          <p:cNvCxnSpPr>
            <a:stCxn id="5354" idx="3"/>
            <a:endCxn id="5353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4" name="Google Shape;5404;p166"/>
          <p:cNvCxnSpPr>
            <a:stCxn id="5355" idx="3"/>
            <a:endCxn id="5353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5" name="Google Shape;5405;p166"/>
          <p:cNvCxnSpPr>
            <a:stCxn id="5356" idx="1"/>
            <a:endCxn id="5353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6" name="Google Shape;5406;p166"/>
          <p:cNvCxnSpPr>
            <a:stCxn id="5358" idx="3"/>
            <a:endCxn id="5354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1" name="Google Shape;5411;p167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2" name="Google Shape;5412;p167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3" name="Google Shape;5413;p167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4" name="Google Shape;5414;p167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5" name="Google Shape;5415;p167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6" name="Google Shape;5416;p167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7" name="Google Shape;5417;p167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8" name="Google Shape;5418;p167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9" name="Google Shape;5419;p167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0" name="Google Shape;5420;p167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1" name="Google Shape;5421;p167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2" name="Google Shape;5422;p167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23" name="Google Shape;5423;p167"/>
          <p:cNvCxnSpPr>
            <a:stCxn id="5411" idx="0"/>
            <a:endCxn id="541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4" name="Google Shape;5424;p167"/>
          <p:cNvCxnSpPr>
            <a:stCxn id="5411" idx="4"/>
            <a:endCxn id="541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5" name="Google Shape;5425;p167"/>
          <p:cNvCxnSpPr>
            <a:stCxn id="5411" idx="7"/>
            <a:endCxn id="541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6" name="Google Shape;5426;p167"/>
          <p:cNvCxnSpPr>
            <a:stCxn id="5411" idx="5"/>
            <a:endCxn id="541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7" name="Google Shape;5427;p167"/>
          <p:cNvCxnSpPr>
            <a:stCxn id="5414" idx="6"/>
            <a:endCxn id="542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8" name="Google Shape;5428;p167"/>
          <p:cNvCxnSpPr>
            <a:stCxn id="5413" idx="6"/>
            <a:endCxn id="541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9" name="Google Shape;5429;p167"/>
          <p:cNvCxnSpPr>
            <a:stCxn id="5419" idx="6"/>
            <a:endCxn id="542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0" name="Google Shape;5430;p167"/>
          <p:cNvCxnSpPr>
            <a:stCxn id="5420" idx="6"/>
            <a:endCxn id="542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1" name="Google Shape;5431;p167"/>
          <p:cNvCxnSpPr>
            <a:stCxn id="5412" idx="6"/>
            <a:endCxn id="541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2" name="Google Shape;5432;p167"/>
          <p:cNvCxnSpPr>
            <a:stCxn id="5417" idx="6"/>
            <a:endCxn id="541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3" name="Google Shape;5433;p167"/>
          <p:cNvCxnSpPr>
            <a:stCxn id="5415" idx="6"/>
            <a:endCxn id="541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34" name="Google Shape;5434;p167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5" name="Google Shape;5435;p167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6" name="Google Shape;5436;p167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7" name="Google Shape;5437;p167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8" name="Google Shape;5438;p167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9" name="Google Shape;5439;p167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0" name="Google Shape;5440;p167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1" name="Google Shape;5441;p167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2" name="Google Shape;5442;p167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3" name="Google Shape;5443;p167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4" name="Google Shape;5444;p167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45" name="Google Shape;5445;p167"/>
          <p:cNvCxnSpPr>
            <a:stCxn id="5421" idx="6"/>
            <a:endCxn id="544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6" name="Google Shape;5446;p167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7" name="Google Shape;5447;p167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8" name="Google Shape;5448;p167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9" name="Google Shape;5449;p167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0" name="Google Shape;5450;p167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1" name="Google Shape;5451;p167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452" name="Google Shape;5452;p167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53" name="Google Shape;5453;p167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54" name="Google Shape;5454;p167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55" name="Google Shape;5455;p167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56" name="Google Shape;5456;p167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57" name="Google Shape;5457;p167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58" name="Google Shape;5458;p167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59" name="Google Shape;5459;p167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60" name="Google Shape;5460;p167"/>
          <p:cNvCxnSpPr>
            <a:stCxn id="5415" idx="3"/>
            <a:endCxn id="541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61" name="Google Shape;5461;p167"/>
          <p:cNvCxnSpPr>
            <a:stCxn id="5412" idx="3"/>
            <a:endCxn id="541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62" name="Google Shape;5462;p167"/>
          <p:cNvCxnSpPr>
            <a:stCxn id="5413" idx="3"/>
            <a:endCxn id="541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63" name="Google Shape;5463;p167"/>
          <p:cNvCxnSpPr>
            <a:stCxn id="5414" idx="1"/>
            <a:endCxn id="541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64" name="Google Shape;5464;p167"/>
          <p:cNvCxnSpPr>
            <a:stCxn id="5416" idx="3"/>
            <a:endCxn id="541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9" name="Google Shape;5469;p168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0" name="Google Shape;5470;p168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1" name="Google Shape;5471;p168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2" name="Google Shape;5472;p168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3" name="Google Shape;5473;p168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4" name="Google Shape;5474;p168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5" name="Google Shape;5475;p168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6" name="Google Shape;5476;p168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7" name="Google Shape;5477;p168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8" name="Google Shape;5478;p168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9" name="Google Shape;5479;p168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80" name="Google Shape;5480;p168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81" name="Google Shape;5481;p168"/>
          <p:cNvCxnSpPr>
            <a:stCxn id="5469" idx="0"/>
            <a:endCxn id="5473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2" name="Google Shape;5482;p168"/>
          <p:cNvCxnSpPr>
            <a:stCxn id="5469" idx="4"/>
            <a:endCxn id="5472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3" name="Google Shape;5483;p168"/>
          <p:cNvCxnSpPr>
            <a:stCxn id="5469" idx="7"/>
            <a:endCxn id="5470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4" name="Google Shape;5484;p168"/>
          <p:cNvCxnSpPr>
            <a:stCxn id="5469" idx="5"/>
            <a:endCxn id="5471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5" name="Google Shape;5485;p168"/>
          <p:cNvCxnSpPr>
            <a:stCxn id="5472" idx="6"/>
            <a:endCxn id="5480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6" name="Google Shape;5486;p168"/>
          <p:cNvCxnSpPr>
            <a:stCxn id="5471" idx="6"/>
            <a:endCxn id="5477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7" name="Google Shape;5487;p168"/>
          <p:cNvCxnSpPr>
            <a:stCxn id="5477" idx="6"/>
            <a:endCxn id="5478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8" name="Google Shape;5488;p168"/>
          <p:cNvCxnSpPr>
            <a:stCxn id="5478" idx="6"/>
            <a:endCxn id="5479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9" name="Google Shape;5489;p168"/>
          <p:cNvCxnSpPr>
            <a:stCxn id="5470" idx="6"/>
            <a:endCxn id="5475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0" name="Google Shape;5490;p168"/>
          <p:cNvCxnSpPr>
            <a:stCxn id="5475" idx="6"/>
            <a:endCxn id="5476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1" name="Google Shape;5491;p168"/>
          <p:cNvCxnSpPr>
            <a:stCxn id="5473" idx="6"/>
            <a:endCxn id="5474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92" name="Google Shape;5492;p168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3" name="Google Shape;5493;p168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4" name="Google Shape;5494;p168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5" name="Google Shape;5495;p168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6" name="Google Shape;5496;p168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7" name="Google Shape;5497;p168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8" name="Google Shape;5498;p168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9" name="Google Shape;5499;p168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0" name="Google Shape;5500;p168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1" name="Google Shape;5501;p168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2" name="Google Shape;5502;p168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03" name="Google Shape;5503;p168"/>
          <p:cNvCxnSpPr>
            <a:stCxn id="5479" idx="6"/>
            <a:endCxn id="5502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04" name="Google Shape;5504;p168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5" name="Google Shape;5505;p168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6" name="Google Shape;5506;p168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7" name="Google Shape;5507;p168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8" name="Google Shape;5508;p168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9" name="Google Shape;5509;p168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510" name="Google Shape;5510;p168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11" name="Google Shape;5511;p168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2" name="Google Shape;5512;p168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13" name="Google Shape;5513;p168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4" name="Google Shape;5514;p168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5" name="Google Shape;5515;p168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6" name="Google Shape;5516;p168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17" name="Google Shape;5517;p168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18" name="Google Shape;5518;p168"/>
          <p:cNvCxnSpPr>
            <a:stCxn id="5473" idx="3"/>
            <a:endCxn id="5469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19" name="Google Shape;5519;p168"/>
          <p:cNvCxnSpPr>
            <a:stCxn id="5470" idx="3"/>
            <a:endCxn id="5469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0" name="Google Shape;5520;p168"/>
          <p:cNvCxnSpPr>
            <a:stCxn id="5471" idx="3"/>
            <a:endCxn id="5469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1" name="Google Shape;5521;p168"/>
          <p:cNvCxnSpPr>
            <a:stCxn id="5472" idx="1"/>
            <a:endCxn id="5469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2" name="Google Shape;5522;p168"/>
          <p:cNvCxnSpPr>
            <a:stCxn id="5474" idx="3"/>
            <a:endCxn id="5470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7" name="Google Shape;5527;p169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8" name="Google Shape;5528;p169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9" name="Google Shape;5529;p169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0" name="Google Shape;5530;p169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1" name="Google Shape;5531;p169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2" name="Google Shape;5532;p169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3" name="Google Shape;5533;p169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4" name="Google Shape;5534;p169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5" name="Google Shape;5535;p169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6" name="Google Shape;5536;p169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7" name="Google Shape;5537;p169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8" name="Google Shape;5538;p169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39" name="Google Shape;5539;p169"/>
          <p:cNvCxnSpPr>
            <a:stCxn id="5527" idx="0"/>
            <a:endCxn id="5531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0" name="Google Shape;5540;p169"/>
          <p:cNvCxnSpPr>
            <a:stCxn id="5527" idx="4"/>
            <a:endCxn id="5530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1" name="Google Shape;5541;p169"/>
          <p:cNvCxnSpPr>
            <a:stCxn id="5527" idx="7"/>
            <a:endCxn id="5528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2" name="Google Shape;5542;p169"/>
          <p:cNvCxnSpPr>
            <a:stCxn id="5527" idx="5"/>
            <a:endCxn id="5529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3" name="Google Shape;5543;p169"/>
          <p:cNvCxnSpPr>
            <a:stCxn id="5530" idx="6"/>
            <a:endCxn id="5538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4" name="Google Shape;5544;p169"/>
          <p:cNvCxnSpPr>
            <a:stCxn id="5529" idx="6"/>
            <a:endCxn id="5535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5" name="Google Shape;5545;p169"/>
          <p:cNvCxnSpPr>
            <a:stCxn id="5535" idx="6"/>
            <a:endCxn id="5536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6" name="Google Shape;5546;p169"/>
          <p:cNvCxnSpPr>
            <a:stCxn id="5536" idx="6"/>
            <a:endCxn id="5537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7" name="Google Shape;5547;p169"/>
          <p:cNvCxnSpPr>
            <a:stCxn id="5528" idx="6"/>
            <a:endCxn id="5533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8" name="Google Shape;5548;p169"/>
          <p:cNvCxnSpPr>
            <a:stCxn id="5533" idx="6"/>
            <a:endCxn id="5534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9" name="Google Shape;5549;p169"/>
          <p:cNvCxnSpPr>
            <a:stCxn id="5531" idx="6"/>
            <a:endCxn id="5532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0" name="Google Shape;5550;p169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1" name="Google Shape;5551;p169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2" name="Google Shape;5552;p169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3" name="Google Shape;5553;p169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4" name="Google Shape;5554;p169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5" name="Google Shape;5555;p169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6" name="Google Shape;5556;p169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7" name="Google Shape;5557;p169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8" name="Google Shape;5558;p169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9" name="Google Shape;5559;p169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0" name="Google Shape;5560;p169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61" name="Google Shape;5561;p169"/>
          <p:cNvCxnSpPr>
            <a:stCxn id="5537" idx="6"/>
            <a:endCxn id="5560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62" name="Google Shape;5562;p169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3" name="Google Shape;5563;p169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4" name="Google Shape;5564;p169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5" name="Google Shape;5565;p169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6" name="Google Shape;5566;p169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7" name="Google Shape;5567;p169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568" name="Google Shape;5568;p169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69" name="Google Shape;5569;p169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0" name="Google Shape;5570;p169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71" name="Google Shape;5571;p169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2" name="Google Shape;5572;p169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3" name="Google Shape;5573;p169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4" name="Google Shape;5574;p169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75" name="Google Shape;5575;p169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76" name="Google Shape;5576;p169"/>
          <p:cNvCxnSpPr>
            <a:stCxn id="5531" idx="3"/>
            <a:endCxn id="5527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7" name="Google Shape;5577;p169"/>
          <p:cNvCxnSpPr>
            <a:stCxn id="5528" idx="3"/>
            <a:endCxn id="5527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8" name="Google Shape;5578;p169"/>
          <p:cNvCxnSpPr>
            <a:stCxn id="5529" idx="3"/>
            <a:endCxn id="5527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9" name="Google Shape;5579;p169"/>
          <p:cNvCxnSpPr>
            <a:stCxn id="5530" idx="1"/>
            <a:endCxn id="5527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0" name="Google Shape;5580;p169"/>
          <p:cNvCxnSpPr>
            <a:stCxn id="5532" idx="3"/>
            <a:endCxn id="5528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5" name="Google Shape;5585;p170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6" name="Google Shape;5586;p170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7" name="Google Shape;5587;p170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8" name="Google Shape;5588;p170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9" name="Google Shape;5589;p170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0" name="Google Shape;5590;p170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1" name="Google Shape;5591;p170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2" name="Google Shape;5592;p170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3" name="Google Shape;5593;p170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4" name="Google Shape;5594;p170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5" name="Google Shape;5595;p170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6" name="Google Shape;5596;p170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97" name="Google Shape;5597;p170"/>
          <p:cNvCxnSpPr>
            <a:stCxn id="5585" idx="0"/>
            <a:endCxn id="5589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98" name="Google Shape;5598;p170"/>
          <p:cNvCxnSpPr>
            <a:stCxn id="5585" idx="4"/>
            <a:endCxn id="5588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99" name="Google Shape;5599;p170"/>
          <p:cNvCxnSpPr>
            <a:stCxn id="5585" idx="7"/>
            <a:endCxn id="5586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0" name="Google Shape;5600;p170"/>
          <p:cNvCxnSpPr>
            <a:stCxn id="5585" idx="5"/>
            <a:endCxn id="5587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1" name="Google Shape;5601;p170"/>
          <p:cNvCxnSpPr>
            <a:stCxn id="5588" idx="6"/>
            <a:endCxn id="5596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2" name="Google Shape;5602;p170"/>
          <p:cNvCxnSpPr>
            <a:stCxn id="5587" idx="6"/>
            <a:endCxn id="5593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3" name="Google Shape;5603;p170"/>
          <p:cNvCxnSpPr>
            <a:stCxn id="5593" idx="6"/>
            <a:endCxn id="5594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4" name="Google Shape;5604;p170"/>
          <p:cNvCxnSpPr>
            <a:stCxn id="5594" idx="6"/>
            <a:endCxn id="5595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5" name="Google Shape;5605;p170"/>
          <p:cNvCxnSpPr>
            <a:stCxn id="5586" idx="6"/>
            <a:endCxn id="5591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6" name="Google Shape;5606;p170"/>
          <p:cNvCxnSpPr>
            <a:stCxn id="5591" idx="6"/>
            <a:endCxn id="5592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7" name="Google Shape;5607;p170"/>
          <p:cNvCxnSpPr>
            <a:stCxn id="5589" idx="6"/>
            <a:endCxn id="5590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08" name="Google Shape;5608;p170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09" name="Google Shape;5609;p170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0" name="Google Shape;5610;p170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1" name="Google Shape;5611;p170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2" name="Google Shape;5612;p170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3" name="Google Shape;5613;p170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4" name="Google Shape;5614;p170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5" name="Google Shape;5615;p170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6" name="Google Shape;5616;p170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7" name="Google Shape;5617;p170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8" name="Google Shape;5618;p170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19" name="Google Shape;5619;p170"/>
          <p:cNvCxnSpPr>
            <a:stCxn id="5595" idx="6"/>
            <a:endCxn id="5618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20" name="Google Shape;5620;p170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1" name="Google Shape;5621;p170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2" name="Google Shape;5622;p170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3" name="Google Shape;5623;p170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4" name="Google Shape;5624;p170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5" name="Google Shape;5625;p170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626" name="Google Shape;5626;p170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27" name="Google Shape;5627;p170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28" name="Google Shape;5628;p170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29" name="Google Shape;5629;p170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30" name="Google Shape;5630;p170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31" name="Google Shape;5631;p170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32" name="Google Shape;5632;p170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33" name="Google Shape;5633;p170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34" name="Google Shape;5634;p170"/>
          <p:cNvCxnSpPr>
            <a:stCxn id="5589" idx="3"/>
            <a:endCxn id="5585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5" name="Google Shape;5635;p170"/>
          <p:cNvCxnSpPr>
            <a:stCxn id="5586" idx="3"/>
            <a:endCxn id="5585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6" name="Google Shape;5636;p170"/>
          <p:cNvCxnSpPr>
            <a:stCxn id="5587" idx="3"/>
            <a:endCxn id="5585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7" name="Google Shape;5637;p170"/>
          <p:cNvCxnSpPr>
            <a:stCxn id="5588" idx="1"/>
            <a:endCxn id="5585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8" name="Google Shape;5638;p170"/>
          <p:cNvCxnSpPr>
            <a:stCxn id="5590" idx="3"/>
            <a:endCxn id="5586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9" name="Google Shape;5639;p170"/>
          <p:cNvCxnSpPr>
            <a:stCxn id="5591" idx="1"/>
            <a:endCxn id="5589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4" name="Google Shape;5644;p171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5" name="Google Shape;5645;p171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6" name="Google Shape;5646;p171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7" name="Google Shape;5647;p171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8" name="Google Shape;5648;p171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9" name="Google Shape;5649;p171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0" name="Google Shape;5650;p171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1" name="Google Shape;5651;p171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2" name="Google Shape;5652;p171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3" name="Google Shape;5653;p171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4" name="Google Shape;5654;p171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5" name="Google Shape;5655;p171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56" name="Google Shape;5656;p171"/>
          <p:cNvCxnSpPr>
            <a:stCxn id="5644" idx="0"/>
            <a:endCxn id="5648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57" name="Google Shape;5657;p171"/>
          <p:cNvCxnSpPr>
            <a:stCxn id="5644" idx="4"/>
            <a:endCxn id="5647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58" name="Google Shape;5658;p171"/>
          <p:cNvCxnSpPr>
            <a:stCxn id="5644" idx="7"/>
            <a:endCxn id="5645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59" name="Google Shape;5659;p171"/>
          <p:cNvCxnSpPr>
            <a:stCxn id="5644" idx="5"/>
            <a:endCxn id="5646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0" name="Google Shape;5660;p171"/>
          <p:cNvCxnSpPr>
            <a:stCxn id="5647" idx="6"/>
            <a:endCxn id="5655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1" name="Google Shape;5661;p171"/>
          <p:cNvCxnSpPr>
            <a:stCxn id="5646" idx="6"/>
            <a:endCxn id="5652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2" name="Google Shape;5662;p171"/>
          <p:cNvCxnSpPr>
            <a:stCxn id="5652" idx="6"/>
            <a:endCxn id="5653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3" name="Google Shape;5663;p171"/>
          <p:cNvCxnSpPr>
            <a:stCxn id="5653" idx="6"/>
            <a:endCxn id="5654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4" name="Google Shape;5664;p171"/>
          <p:cNvCxnSpPr>
            <a:stCxn id="5645" idx="6"/>
            <a:endCxn id="5650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5" name="Google Shape;5665;p171"/>
          <p:cNvCxnSpPr>
            <a:stCxn id="5650" idx="6"/>
            <a:endCxn id="5651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6" name="Google Shape;5666;p171"/>
          <p:cNvCxnSpPr>
            <a:stCxn id="5648" idx="6"/>
            <a:endCxn id="5649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7" name="Google Shape;5667;p171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68" name="Google Shape;5668;p171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69" name="Google Shape;5669;p171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0" name="Google Shape;5670;p171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1" name="Google Shape;5671;p171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2" name="Google Shape;5672;p171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3" name="Google Shape;5673;p171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4" name="Google Shape;5674;p171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5" name="Google Shape;5675;p171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6" name="Google Shape;5676;p171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7" name="Google Shape;5677;p171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78" name="Google Shape;5678;p171"/>
          <p:cNvCxnSpPr>
            <a:stCxn id="5654" idx="6"/>
            <a:endCxn id="5677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79" name="Google Shape;5679;p171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0" name="Google Shape;5680;p171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1" name="Google Shape;5681;p171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2" name="Google Shape;5682;p171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3" name="Google Shape;5683;p171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4" name="Google Shape;5684;p171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685" name="Google Shape;5685;p171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86" name="Google Shape;5686;p171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87" name="Google Shape;5687;p171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88" name="Google Shape;5688;p171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89" name="Google Shape;5689;p171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90" name="Google Shape;5690;p171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91" name="Google Shape;5691;p171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92" name="Google Shape;5692;p171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693" name="Google Shape;5693;p171"/>
          <p:cNvCxnSpPr>
            <a:stCxn id="5648" idx="3"/>
            <a:endCxn id="5644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94" name="Google Shape;5694;p171"/>
          <p:cNvCxnSpPr>
            <a:stCxn id="5645" idx="3"/>
            <a:endCxn id="5644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95" name="Google Shape;5695;p171"/>
          <p:cNvCxnSpPr>
            <a:stCxn id="5646" idx="3"/>
            <a:endCxn id="5644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96" name="Google Shape;5696;p171"/>
          <p:cNvCxnSpPr>
            <a:stCxn id="5647" idx="1"/>
            <a:endCxn id="5644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97" name="Google Shape;5697;p171"/>
          <p:cNvCxnSpPr>
            <a:stCxn id="5649" idx="3"/>
            <a:endCxn id="5645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98" name="Google Shape;5698;p171"/>
          <p:cNvCxnSpPr>
            <a:stCxn id="5650" idx="1"/>
            <a:endCxn id="5648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" name="Google Shape;5703;p172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4" name="Google Shape;5704;p172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5" name="Google Shape;5705;p172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6" name="Google Shape;5706;p172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7" name="Google Shape;5707;p172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8" name="Google Shape;5708;p172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9" name="Google Shape;5709;p172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0" name="Google Shape;5710;p172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1" name="Google Shape;5711;p172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2" name="Google Shape;5712;p172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3" name="Google Shape;5713;p172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4" name="Google Shape;5714;p172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15" name="Google Shape;5715;p172"/>
          <p:cNvCxnSpPr>
            <a:stCxn id="5703" idx="0"/>
            <a:endCxn id="5707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16" name="Google Shape;5716;p172"/>
          <p:cNvCxnSpPr>
            <a:stCxn id="5703" idx="4"/>
            <a:endCxn id="5706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17" name="Google Shape;5717;p172"/>
          <p:cNvCxnSpPr>
            <a:stCxn id="5703" idx="7"/>
            <a:endCxn id="5704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18" name="Google Shape;5718;p172"/>
          <p:cNvCxnSpPr>
            <a:stCxn id="5703" idx="5"/>
            <a:endCxn id="5705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19" name="Google Shape;5719;p172"/>
          <p:cNvCxnSpPr>
            <a:stCxn id="5706" idx="6"/>
            <a:endCxn id="5714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0" name="Google Shape;5720;p172"/>
          <p:cNvCxnSpPr>
            <a:stCxn id="5705" idx="6"/>
            <a:endCxn id="5711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1" name="Google Shape;5721;p172"/>
          <p:cNvCxnSpPr>
            <a:stCxn id="5711" idx="6"/>
            <a:endCxn id="5712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2" name="Google Shape;5722;p172"/>
          <p:cNvCxnSpPr>
            <a:stCxn id="5712" idx="6"/>
            <a:endCxn id="5713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3" name="Google Shape;5723;p172"/>
          <p:cNvCxnSpPr>
            <a:stCxn id="5704" idx="6"/>
            <a:endCxn id="5709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4" name="Google Shape;5724;p172"/>
          <p:cNvCxnSpPr>
            <a:stCxn id="5709" idx="6"/>
            <a:endCxn id="5710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5" name="Google Shape;5725;p172"/>
          <p:cNvCxnSpPr>
            <a:stCxn id="5707" idx="6"/>
            <a:endCxn id="5708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26" name="Google Shape;5726;p172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7" name="Google Shape;5727;p172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8" name="Google Shape;5728;p172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9" name="Google Shape;5729;p172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0" name="Google Shape;5730;p172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1" name="Google Shape;5731;p172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2" name="Google Shape;5732;p172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3" name="Google Shape;5733;p172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4" name="Google Shape;5734;p172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5" name="Google Shape;5735;p172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6" name="Google Shape;5736;p172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37" name="Google Shape;5737;p172"/>
          <p:cNvCxnSpPr>
            <a:stCxn id="5713" idx="6"/>
            <a:endCxn id="5736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38" name="Google Shape;5738;p172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9" name="Google Shape;5739;p172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0" name="Google Shape;5740;p172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1" name="Google Shape;5741;p172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2" name="Google Shape;5742;p172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3" name="Google Shape;5743;p172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744" name="Google Shape;5744;p172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45" name="Google Shape;5745;p172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6" name="Google Shape;5746;p172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47" name="Google Shape;5747;p172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8" name="Google Shape;5748;p172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9" name="Google Shape;5749;p172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50" name="Google Shape;5750;p172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51" name="Google Shape;5751;p172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52" name="Google Shape;5752;p172"/>
          <p:cNvCxnSpPr>
            <a:stCxn id="5707" idx="3"/>
            <a:endCxn id="5703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3" name="Google Shape;5753;p172"/>
          <p:cNvCxnSpPr>
            <a:stCxn id="5704" idx="3"/>
            <a:endCxn id="5703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4" name="Google Shape;5754;p172"/>
          <p:cNvCxnSpPr>
            <a:stCxn id="5705" idx="3"/>
            <a:endCxn id="5703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5" name="Google Shape;5755;p172"/>
          <p:cNvCxnSpPr>
            <a:stCxn id="5706" idx="1"/>
            <a:endCxn id="5703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6" name="Google Shape;5756;p172"/>
          <p:cNvCxnSpPr>
            <a:stCxn id="5708" idx="3"/>
            <a:endCxn id="5704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7" name="Google Shape;5757;p172"/>
          <p:cNvCxnSpPr>
            <a:stCxn id="5709" idx="1"/>
            <a:endCxn id="5707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2" name="Google Shape;5762;p173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3" name="Google Shape;5763;p173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4" name="Google Shape;5764;p173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5" name="Google Shape;5765;p173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6" name="Google Shape;5766;p173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7" name="Google Shape;5767;p173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8" name="Google Shape;5768;p173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9" name="Google Shape;5769;p173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0" name="Google Shape;5770;p173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1" name="Google Shape;5771;p173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2" name="Google Shape;5772;p173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3" name="Google Shape;5773;p173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74" name="Google Shape;5774;p173"/>
          <p:cNvCxnSpPr>
            <a:stCxn id="5762" idx="0"/>
            <a:endCxn id="5766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5" name="Google Shape;5775;p173"/>
          <p:cNvCxnSpPr>
            <a:stCxn id="5762" idx="4"/>
            <a:endCxn id="5765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6" name="Google Shape;5776;p173"/>
          <p:cNvCxnSpPr>
            <a:stCxn id="5762" idx="7"/>
            <a:endCxn id="5763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7" name="Google Shape;5777;p173"/>
          <p:cNvCxnSpPr>
            <a:stCxn id="5762" idx="5"/>
            <a:endCxn id="5764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8" name="Google Shape;5778;p173"/>
          <p:cNvCxnSpPr>
            <a:stCxn id="5765" idx="6"/>
            <a:endCxn id="5773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9" name="Google Shape;5779;p173"/>
          <p:cNvCxnSpPr>
            <a:stCxn id="5764" idx="6"/>
            <a:endCxn id="5770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0" name="Google Shape;5780;p173"/>
          <p:cNvCxnSpPr>
            <a:stCxn id="5770" idx="6"/>
            <a:endCxn id="5771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1" name="Google Shape;5781;p173"/>
          <p:cNvCxnSpPr>
            <a:stCxn id="5771" idx="6"/>
            <a:endCxn id="5772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2" name="Google Shape;5782;p173"/>
          <p:cNvCxnSpPr>
            <a:stCxn id="5763" idx="6"/>
            <a:endCxn id="5768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3" name="Google Shape;5783;p173"/>
          <p:cNvCxnSpPr>
            <a:stCxn id="5768" idx="6"/>
            <a:endCxn id="5769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4" name="Google Shape;5784;p173"/>
          <p:cNvCxnSpPr>
            <a:stCxn id="5766" idx="6"/>
            <a:endCxn id="5767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85" name="Google Shape;5785;p173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6" name="Google Shape;5786;p173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7" name="Google Shape;5787;p173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8" name="Google Shape;5788;p173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9" name="Google Shape;5789;p173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0" name="Google Shape;5790;p173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1" name="Google Shape;5791;p173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2" name="Google Shape;5792;p173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3" name="Google Shape;5793;p173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4" name="Google Shape;5794;p173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5" name="Google Shape;5795;p173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96" name="Google Shape;5796;p173"/>
          <p:cNvCxnSpPr>
            <a:stCxn id="5772" idx="6"/>
            <a:endCxn id="5795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97" name="Google Shape;5797;p173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8" name="Google Shape;5798;p173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9" name="Google Shape;5799;p173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0" name="Google Shape;5800;p173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1" name="Google Shape;5801;p173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2" name="Google Shape;5802;p173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803" name="Google Shape;5803;p173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04" name="Google Shape;5804;p173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5" name="Google Shape;5805;p173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06" name="Google Shape;5806;p173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7" name="Google Shape;5807;p173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8" name="Google Shape;5808;p173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9" name="Google Shape;5809;p173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10" name="Google Shape;5810;p173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11" name="Google Shape;5811;p173"/>
          <p:cNvCxnSpPr>
            <a:stCxn id="5766" idx="3"/>
            <a:endCxn id="5762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2" name="Google Shape;5812;p173"/>
          <p:cNvCxnSpPr>
            <a:stCxn id="5763" idx="3"/>
            <a:endCxn id="5762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3" name="Google Shape;5813;p173"/>
          <p:cNvCxnSpPr>
            <a:stCxn id="5764" idx="3"/>
            <a:endCxn id="5762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4" name="Google Shape;5814;p173"/>
          <p:cNvCxnSpPr>
            <a:stCxn id="5765" idx="1"/>
            <a:endCxn id="5762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5" name="Google Shape;5815;p173"/>
          <p:cNvCxnSpPr>
            <a:stCxn id="5767" idx="3"/>
            <a:endCxn id="5763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16" name="Google Shape;5816;p173"/>
          <p:cNvCxnSpPr>
            <a:stCxn id="5768" idx="1"/>
            <a:endCxn id="5766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1" name="Google Shape;5821;p174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2" name="Google Shape;5822;p174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3" name="Google Shape;5823;p174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4" name="Google Shape;5824;p174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5" name="Google Shape;5825;p174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6" name="Google Shape;5826;p174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7" name="Google Shape;5827;p174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8" name="Google Shape;5828;p174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9" name="Google Shape;5829;p174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0" name="Google Shape;5830;p174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1" name="Google Shape;5831;p174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2" name="Google Shape;5832;p174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33" name="Google Shape;5833;p174"/>
          <p:cNvCxnSpPr>
            <a:stCxn id="5821" idx="0"/>
            <a:endCxn id="582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4" name="Google Shape;5834;p174"/>
          <p:cNvCxnSpPr>
            <a:stCxn id="5821" idx="4"/>
            <a:endCxn id="582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5" name="Google Shape;5835;p174"/>
          <p:cNvCxnSpPr>
            <a:stCxn id="5821" idx="7"/>
            <a:endCxn id="582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6" name="Google Shape;5836;p174"/>
          <p:cNvCxnSpPr>
            <a:stCxn id="5821" idx="5"/>
            <a:endCxn id="582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7" name="Google Shape;5837;p174"/>
          <p:cNvCxnSpPr>
            <a:stCxn id="5824" idx="6"/>
            <a:endCxn id="583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8" name="Google Shape;5838;p174"/>
          <p:cNvCxnSpPr>
            <a:stCxn id="5823" idx="6"/>
            <a:endCxn id="582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9" name="Google Shape;5839;p174"/>
          <p:cNvCxnSpPr>
            <a:stCxn id="5829" idx="6"/>
            <a:endCxn id="583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40" name="Google Shape;5840;p174"/>
          <p:cNvCxnSpPr>
            <a:stCxn id="5830" idx="6"/>
            <a:endCxn id="583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41" name="Google Shape;5841;p174"/>
          <p:cNvCxnSpPr>
            <a:stCxn id="5822" idx="6"/>
            <a:endCxn id="582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42" name="Google Shape;5842;p174"/>
          <p:cNvCxnSpPr>
            <a:stCxn id="5827" idx="6"/>
            <a:endCxn id="582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43" name="Google Shape;5843;p174"/>
          <p:cNvCxnSpPr>
            <a:stCxn id="5825" idx="6"/>
            <a:endCxn id="582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44" name="Google Shape;5844;p174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5" name="Google Shape;5845;p174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6" name="Google Shape;5846;p174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7" name="Google Shape;5847;p174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8" name="Google Shape;5848;p174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9" name="Google Shape;5849;p174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0" name="Google Shape;5850;p174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1" name="Google Shape;5851;p174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2" name="Google Shape;5852;p174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3" name="Google Shape;5853;p174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4" name="Google Shape;5854;p174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55" name="Google Shape;5855;p174"/>
          <p:cNvCxnSpPr>
            <a:stCxn id="5831" idx="6"/>
            <a:endCxn id="585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56" name="Google Shape;5856;p174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7" name="Google Shape;5857;p174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8" name="Google Shape;5858;p174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9" name="Google Shape;5859;p174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60" name="Google Shape;5860;p174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61" name="Google Shape;5861;p174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862" name="Google Shape;5862;p174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63" name="Google Shape;5863;p174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64" name="Google Shape;5864;p174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65" name="Google Shape;5865;p174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66" name="Google Shape;5866;p174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67" name="Google Shape;5867;p174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68" name="Google Shape;5868;p174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69" name="Google Shape;5869;p174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70" name="Google Shape;5870;p174"/>
          <p:cNvCxnSpPr>
            <a:stCxn id="5825" idx="3"/>
            <a:endCxn id="582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1" name="Google Shape;5871;p174"/>
          <p:cNvCxnSpPr>
            <a:stCxn id="5822" idx="3"/>
            <a:endCxn id="582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2" name="Google Shape;5872;p174"/>
          <p:cNvCxnSpPr>
            <a:stCxn id="5823" idx="3"/>
            <a:endCxn id="582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3" name="Google Shape;5873;p174"/>
          <p:cNvCxnSpPr>
            <a:stCxn id="5824" idx="1"/>
            <a:endCxn id="582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4" name="Google Shape;5874;p174"/>
          <p:cNvCxnSpPr>
            <a:stCxn id="5826" idx="3"/>
            <a:endCxn id="582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5" name="Google Shape;5875;p174"/>
          <p:cNvCxnSpPr>
            <a:stCxn id="5827" idx="1"/>
            <a:endCxn id="582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6" name="Google Shape;5876;p174"/>
          <p:cNvCxnSpPr>
            <a:stCxn id="5829" idx="1"/>
            <a:endCxn id="582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1" name="Google Shape;5881;p175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2" name="Google Shape;5882;p175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3" name="Google Shape;5883;p175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4" name="Google Shape;5884;p175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5" name="Google Shape;5885;p175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6" name="Google Shape;5886;p175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7" name="Google Shape;5887;p175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8" name="Google Shape;5888;p175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89" name="Google Shape;5889;p175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90" name="Google Shape;5890;p175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91" name="Google Shape;5891;p175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92" name="Google Shape;5892;p175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93" name="Google Shape;5893;p175"/>
          <p:cNvCxnSpPr>
            <a:stCxn id="5881" idx="0"/>
            <a:endCxn id="588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4" name="Google Shape;5894;p175"/>
          <p:cNvCxnSpPr>
            <a:stCxn id="5881" idx="4"/>
            <a:endCxn id="588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5" name="Google Shape;5895;p175"/>
          <p:cNvCxnSpPr>
            <a:stCxn id="5881" idx="7"/>
            <a:endCxn id="588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6" name="Google Shape;5896;p175"/>
          <p:cNvCxnSpPr>
            <a:stCxn id="5881" idx="5"/>
            <a:endCxn id="588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7" name="Google Shape;5897;p175"/>
          <p:cNvCxnSpPr>
            <a:stCxn id="5884" idx="6"/>
            <a:endCxn id="589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8" name="Google Shape;5898;p175"/>
          <p:cNvCxnSpPr>
            <a:stCxn id="5883" idx="6"/>
            <a:endCxn id="588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9" name="Google Shape;5899;p175"/>
          <p:cNvCxnSpPr>
            <a:stCxn id="5889" idx="6"/>
            <a:endCxn id="589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00" name="Google Shape;5900;p175"/>
          <p:cNvCxnSpPr>
            <a:stCxn id="5890" idx="6"/>
            <a:endCxn id="589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01" name="Google Shape;5901;p175"/>
          <p:cNvCxnSpPr>
            <a:stCxn id="5882" idx="6"/>
            <a:endCxn id="588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02" name="Google Shape;5902;p175"/>
          <p:cNvCxnSpPr>
            <a:stCxn id="5887" idx="6"/>
            <a:endCxn id="588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03" name="Google Shape;5903;p175"/>
          <p:cNvCxnSpPr>
            <a:stCxn id="5885" idx="6"/>
            <a:endCxn id="588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04" name="Google Shape;5904;p175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5" name="Google Shape;5905;p175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6" name="Google Shape;5906;p175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7" name="Google Shape;5907;p175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8" name="Google Shape;5908;p175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9" name="Google Shape;5909;p175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0" name="Google Shape;5910;p175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1" name="Google Shape;5911;p175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2" name="Google Shape;5912;p175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3" name="Google Shape;5913;p175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4" name="Google Shape;5914;p175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15" name="Google Shape;5915;p175"/>
          <p:cNvCxnSpPr>
            <a:stCxn id="5891" idx="6"/>
            <a:endCxn id="591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16" name="Google Shape;5916;p175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7" name="Google Shape;5917;p175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8" name="Google Shape;5918;p175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9" name="Google Shape;5919;p175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0" name="Google Shape;5920;p175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1" name="Google Shape;5921;p175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922" name="Google Shape;5922;p175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23" name="Google Shape;5923;p175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24" name="Google Shape;5924;p175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25" name="Google Shape;5925;p175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26" name="Google Shape;5926;p175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27" name="Google Shape;5927;p175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28" name="Google Shape;5928;p175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29" name="Google Shape;5929;p175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30" name="Google Shape;5930;p175"/>
          <p:cNvCxnSpPr>
            <a:stCxn id="5885" idx="3"/>
            <a:endCxn id="588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1" name="Google Shape;5931;p175"/>
          <p:cNvCxnSpPr>
            <a:stCxn id="5882" idx="3"/>
            <a:endCxn id="588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2" name="Google Shape;5932;p175"/>
          <p:cNvCxnSpPr>
            <a:stCxn id="5883" idx="3"/>
            <a:endCxn id="588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3" name="Google Shape;5933;p175"/>
          <p:cNvCxnSpPr>
            <a:stCxn id="5884" idx="1"/>
            <a:endCxn id="588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4" name="Google Shape;5934;p175"/>
          <p:cNvCxnSpPr>
            <a:stCxn id="5886" idx="3"/>
            <a:endCxn id="588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5" name="Google Shape;5935;p175"/>
          <p:cNvCxnSpPr>
            <a:stCxn id="5887" idx="1"/>
            <a:endCxn id="588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6" name="Google Shape;5936;p175"/>
          <p:cNvCxnSpPr>
            <a:stCxn id="5889" idx="1"/>
            <a:endCxn id="588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1" name="Google Shape;5941;p176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2" name="Google Shape;5942;p176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3" name="Google Shape;5943;p176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4" name="Google Shape;5944;p176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5" name="Google Shape;5945;p176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6" name="Google Shape;5946;p176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7" name="Google Shape;5947;p176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8" name="Google Shape;5948;p176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9" name="Google Shape;5949;p176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0" name="Google Shape;5950;p176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1" name="Google Shape;5951;p176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2" name="Google Shape;5952;p176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53" name="Google Shape;5953;p176"/>
          <p:cNvCxnSpPr>
            <a:stCxn id="5941" idx="0"/>
            <a:endCxn id="594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4" name="Google Shape;5954;p176"/>
          <p:cNvCxnSpPr>
            <a:stCxn id="5941" idx="4"/>
            <a:endCxn id="594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5" name="Google Shape;5955;p176"/>
          <p:cNvCxnSpPr>
            <a:stCxn id="5941" idx="7"/>
            <a:endCxn id="594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6" name="Google Shape;5956;p176"/>
          <p:cNvCxnSpPr>
            <a:stCxn id="5941" idx="5"/>
            <a:endCxn id="594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7" name="Google Shape;5957;p176"/>
          <p:cNvCxnSpPr>
            <a:stCxn id="5944" idx="6"/>
            <a:endCxn id="595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8" name="Google Shape;5958;p176"/>
          <p:cNvCxnSpPr>
            <a:stCxn id="5943" idx="6"/>
            <a:endCxn id="594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59" name="Google Shape;5959;p176"/>
          <p:cNvCxnSpPr>
            <a:stCxn id="5949" idx="6"/>
            <a:endCxn id="595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60" name="Google Shape;5960;p176"/>
          <p:cNvCxnSpPr>
            <a:stCxn id="5950" idx="6"/>
            <a:endCxn id="595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61" name="Google Shape;5961;p176"/>
          <p:cNvCxnSpPr>
            <a:stCxn id="5942" idx="6"/>
            <a:endCxn id="594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62" name="Google Shape;5962;p176"/>
          <p:cNvCxnSpPr>
            <a:stCxn id="5947" idx="6"/>
            <a:endCxn id="594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63" name="Google Shape;5963;p176"/>
          <p:cNvCxnSpPr>
            <a:stCxn id="5945" idx="6"/>
            <a:endCxn id="594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64" name="Google Shape;5964;p176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5" name="Google Shape;5965;p176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6" name="Google Shape;5966;p176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7" name="Google Shape;5967;p176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8" name="Google Shape;5968;p176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9" name="Google Shape;5969;p176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0" name="Google Shape;5970;p176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1" name="Google Shape;5971;p176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2" name="Google Shape;5972;p176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3" name="Google Shape;5973;p176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4" name="Google Shape;5974;p176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75" name="Google Shape;5975;p176"/>
          <p:cNvCxnSpPr>
            <a:stCxn id="5951" idx="6"/>
            <a:endCxn id="597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76" name="Google Shape;5976;p176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7" name="Google Shape;5977;p176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8" name="Google Shape;5978;p176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9" name="Google Shape;5979;p176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0" name="Google Shape;5980;p176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1" name="Google Shape;5981;p176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982" name="Google Shape;5982;p176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83" name="Google Shape;5983;p176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4" name="Google Shape;5984;p176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85" name="Google Shape;5985;p176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6" name="Google Shape;5986;p176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7" name="Google Shape;5987;p176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8" name="Google Shape;5988;p176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89" name="Google Shape;5989;p176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90" name="Google Shape;5990;p176"/>
          <p:cNvCxnSpPr>
            <a:stCxn id="5945" idx="3"/>
            <a:endCxn id="594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91" name="Google Shape;5991;p176"/>
          <p:cNvCxnSpPr>
            <a:stCxn id="5942" idx="3"/>
            <a:endCxn id="594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92" name="Google Shape;5992;p176"/>
          <p:cNvCxnSpPr>
            <a:stCxn id="5943" idx="3"/>
            <a:endCxn id="594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93" name="Google Shape;5993;p176"/>
          <p:cNvCxnSpPr>
            <a:stCxn id="5944" idx="1"/>
            <a:endCxn id="594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94" name="Google Shape;5994;p176"/>
          <p:cNvCxnSpPr>
            <a:stCxn id="5946" idx="3"/>
            <a:endCxn id="594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95" name="Google Shape;5995;p176"/>
          <p:cNvCxnSpPr>
            <a:stCxn id="5947" idx="1"/>
            <a:endCxn id="594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96" name="Google Shape;5996;p176"/>
          <p:cNvCxnSpPr>
            <a:stCxn id="5949" idx="1"/>
            <a:endCxn id="594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1" name="Google Shape;6001;p177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2" name="Google Shape;6002;p177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3" name="Google Shape;6003;p177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4" name="Google Shape;6004;p177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5" name="Google Shape;6005;p177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6" name="Google Shape;6006;p177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7" name="Google Shape;6007;p177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8" name="Google Shape;6008;p177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9" name="Google Shape;6009;p177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0" name="Google Shape;6010;p177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1" name="Google Shape;6011;p177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2" name="Google Shape;6012;p177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13" name="Google Shape;6013;p177"/>
          <p:cNvCxnSpPr>
            <a:stCxn id="6001" idx="0"/>
            <a:endCxn id="600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4" name="Google Shape;6014;p177"/>
          <p:cNvCxnSpPr>
            <a:stCxn id="6001" idx="4"/>
            <a:endCxn id="600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5" name="Google Shape;6015;p177"/>
          <p:cNvCxnSpPr>
            <a:stCxn id="6001" idx="7"/>
            <a:endCxn id="600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6" name="Google Shape;6016;p177"/>
          <p:cNvCxnSpPr>
            <a:stCxn id="6001" idx="5"/>
            <a:endCxn id="600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7" name="Google Shape;6017;p177"/>
          <p:cNvCxnSpPr>
            <a:stCxn id="6004" idx="6"/>
            <a:endCxn id="601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8" name="Google Shape;6018;p177"/>
          <p:cNvCxnSpPr>
            <a:stCxn id="6003" idx="6"/>
            <a:endCxn id="600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19" name="Google Shape;6019;p177"/>
          <p:cNvCxnSpPr>
            <a:stCxn id="6009" idx="6"/>
            <a:endCxn id="601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20" name="Google Shape;6020;p177"/>
          <p:cNvCxnSpPr>
            <a:stCxn id="6010" idx="6"/>
            <a:endCxn id="601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21" name="Google Shape;6021;p177"/>
          <p:cNvCxnSpPr>
            <a:stCxn id="6002" idx="6"/>
            <a:endCxn id="600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22" name="Google Shape;6022;p177"/>
          <p:cNvCxnSpPr>
            <a:stCxn id="6007" idx="6"/>
            <a:endCxn id="600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23" name="Google Shape;6023;p177"/>
          <p:cNvCxnSpPr>
            <a:stCxn id="6005" idx="6"/>
            <a:endCxn id="600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24" name="Google Shape;6024;p177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5" name="Google Shape;6025;p177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6" name="Google Shape;6026;p177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7" name="Google Shape;6027;p177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8" name="Google Shape;6028;p177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9" name="Google Shape;6029;p177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0" name="Google Shape;6030;p177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1" name="Google Shape;6031;p177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2" name="Google Shape;6032;p177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3" name="Google Shape;6033;p177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4" name="Google Shape;6034;p177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35" name="Google Shape;6035;p177"/>
          <p:cNvCxnSpPr>
            <a:stCxn id="6011" idx="6"/>
            <a:endCxn id="603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36" name="Google Shape;6036;p177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7" name="Google Shape;6037;p177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8" name="Google Shape;6038;p177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9" name="Google Shape;6039;p177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40" name="Google Shape;6040;p177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41" name="Google Shape;6041;p177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042" name="Google Shape;6042;p177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43" name="Google Shape;6043;p177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4" name="Google Shape;6044;p177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45" name="Google Shape;6045;p177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6" name="Google Shape;6046;p177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7" name="Google Shape;6047;p177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8" name="Google Shape;6048;p177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9" name="Google Shape;6049;p177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50" name="Google Shape;6050;p177"/>
          <p:cNvCxnSpPr>
            <a:stCxn id="6005" idx="3"/>
            <a:endCxn id="600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1" name="Google Shape;6051;p177"/>
          <p:cNvCxnSpPr>
            <a:stCxn id="6002" idx="3"/>
            <a:endCxn id="600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2" name="Google Shape;6052;p177"/>
          <p:cNvCxnSpPr>
            <a:stCxn id="6003" idx="3"/>
            <a:endCxn id="600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3" name="Google Shape;6053;p177"/>
          <p:cNvCxnSpPr>
            <a:stCxn id="6004" idx="1"/>
            <a:endCxn id="600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4" name="Google Shape;6054;p177"/>
          <p:cNvCxnSpPr>
            <a:stCxn id="6006" idx="3"/>
            <a:endCxn id="600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5" name="Google Shape;6055;p177"/>
          <p:cNvCxnSpPr>
            <a:stCxn id="6007" idx="1"/>
            <a:endCxn id="600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6" name="Google Shape;6056;p177"/>
          <p:cNvCxnSpPr>
            <a:stCxn id="6009" idx="1"/>
            <a:endCxn id="600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1" name="Google Shape;6061;p178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2" name="Google Shape;6062;p178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3" name="Google Shape;6063;p178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4" name="Google Shape;6064;p178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5" name="Google Shape;6065;p178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6" name="Google Shape;6066;p178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7" name="Google Shape;6067;p178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8" name="Google Shape;6068;p178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9" name="Google Shape;6069;p178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0" name="Google Shape;6070;p178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1" name="Google Shape;6071;p178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2" name="Google Shape;6072;p178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73" name="Google Shape;6073;p178"/>
          <p:cNvCxnSpPr>
            <a:stCxn id="6061" idx="0"/>
            <a:endCxn id="606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4" name="Google Shape;6074;p178"/>
          <p:cNvCxnSpPr>
            <a:stCxn id="6061" idx="4"/>
            <a:endCxn id="606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5" name="Google Shape;6075;p178"/>
          <p:cNvCxnSpPr>
            <a:stCxn id="6061" idx="7"/>
            <a:endCxn id="606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6" name="Google Shape;6076;p178"/>
          <p:cNvCxnSpPr>
            <a:stCxn id="6061" idx="5"/>
            <a:endCxn id="606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7" name="Google Shape;6077;p178"/>
          <p:cNvCxnSpPr>
            <a:stCxn id="6064" idx="6"/>
            <a:endCxn id="607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8" name="Google Shape;6078;p178"/>
          <p:cNvCxnSpPr>
            <a:stCxn id="6063" idx="6"/>
            <a:endCxn id="606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9" name="Google Shape;6079;p178"/>
          <p:cNvCxnSpPr>
            <a:stCxn id="6069" idx="6"/>
            <a:endCxn id="607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80" name="Google Shape;6080;p178"/>
          <p:cNvCxnSpPr>
            <a:stCxn id="6070" idx="6"/>
            <a:endCxn id="607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81" name="Google Shape;6081;p178"/>
          <p:cNvCxnSpPr>
            <a:stCxn id="6062" idx="6"/>
            <a:endCxn id="606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82" name="Google Shape;6082;p178"/>
          <p:cNvCxnSpPr>
            <a:stCxn id="6067" idx="6"/>
            <a:endCxn id="606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83" name="Google Shape;6083;p178"/>
          <p:cNvCxnSpPr>
            <a:stCxn id="6065" idx="6"/>
            <a:endCxn id="606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84" name="Google Shape;6084;p178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5" name="Google Shape;6085;p178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6" name="Google Shape;6086;p178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7" name="Google Shape;6087;p178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8" name="Google Shape;6088;p178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9" name="Google Shape;6089;p178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0" name="Google Shape;6090;p178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1" name="Google Shape;6091;p178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2" name="Google Shape;6092;p178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3" name="Google Shape;6093;p178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4" name="Google Shape;6094;p178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95" name="Google Shape;6095;p178"/>
          <p:cNvCxnSpPr>
            <a:stCxn id="6071" idx="6"/>
            <a:endCxn id="609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96" name="Google Shape;6096;p178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7" name="Google Shape;6097;p178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8" name="Google Shape;6098;p178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9" name="Google Shape;6099;p178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0" name="Google Shape;6100;p178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1" name="Google Shape;6101;p178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102" name="Google Shape;6102;p178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03" name="Google Shape;6103;p178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4" name="Google Shape;6104;p178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05" name="Google Shape;6105;p178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6" name="Google Shape;6106;p178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7" name="Google Shape;6107;p178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8" name="Google Shape;6108;p178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09" name="Google Shape;6109;p178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10" name="Google Shape;6110;p178"/>
          <p:cNvCxnSpPr>
            <a:stCxn id="6065" idx="3"/>
            <a:endCxn id="606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1" name="Google Shape;6111;p178"/>
          <p:cNvCxnSpPr>
            <a:stCxn id="6062" idx="3"/>
            <a:endCxn id="606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2" name="Google Shape;6112;p178"/>
          <p:cNvCxnSpPr>
            <a:stCxn id="6063" idx="3"/>
            <a:endCxn id="606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3" name="Google Shape;6113;p178"/>
          <p:cNvCxnSpPr>
            <a:stCxn id="6064" idx="1"/>
            <a:endCxn id="606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4" name="Google Shape;6114;p178"/>
          <p:cNvCxnSpPr>
            <a:stCxn id="6066" idx="3"/>
            <a:endCxn id="606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5" name="Google Shape;6115;p178"/>
          <p:cNvCxnSpPr>
            <a:stCxn id="6067" idx="1"/>
            <a:endCxn id="606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6" name="Google Shape;6116;p178"/>
          <p:cNvCxnSpPr>
            <a:stCxn id="6069" idx="1"/>
            <a:endCxn id="606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7" name="Google Shape;6117;p178"/>
          <p:cNvCxnSpPr>
            <a:stCxn id="6072" idx="1"/>
            <a:endCxn id="6061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179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3" name="Google Shape;6123;p179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4" name="Google Shape;6124;p179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5" name="Google Shape;6125;p179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6" name="Google Shape;6126;p179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7" name="Google Shape;6127;p179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8" name="Google Shape;6128;p179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9" name="Google Shape;6129;p179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0" name="Google Shape;6130;p179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1" name="Google Shape;6131;p179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2" name="Google Shape;6132;p179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3" name="Google Shape;6133;p179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34" name="Google Shape;6134;p179"/>
          <p:cNvCxnSpPr>
            <a:stCxn id="6122" idx="0"/>
            <a:endCxn id="6126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5" name="Google Shape;6135;p179"/>
          <p:cNvCxnSpPr>
            <a:stCxn id="6122" idx="4"/>
            <a:endCxn id="6125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6" name="Google Shape;6136;p179"/>
          <p:cNvCxnSpPr>
            <a:stCxn id="6122" idx="7"/>
            <a:endCxn id="6123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7" name="Google Shape;6137;p179"/>
          <p:cNvCxnSpPr>
            <a:stCxn id="6122" idx="5"/>
            <a:endCxn id="6124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8" name="Google Shape;6138;p179"/>
          <p:cNvCxnSpPr>
            <a:stCxn id="6125" idx="6"/>
            <a:endCxn id="6133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9" name="Google Shape;6139;p179"/>
          <p:cNvCxnSpPr>
            <a:stCxn id="6124" idx="6"/>
            <a:endCxn id="6130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0" name="Google Shape;6140;p179"/>
          <p:cNvCxnSpPr>
            <a:stCxn id="6130" idx="6"/>
            <a:endCxn id="6131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1" name="Google Shape;6141;p179"/>
          <p:cNvCxnSpPr>
            <a:stCxn id="6131" idx="6"/>
            <a:endCxn id="6132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2" name="Google Shape;6142;p179"/>
          <p:cNvCxnSpPr>
            <a:stCxn id="6123" idx="6"/>
            <a:endCxn id="6128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3" name="Google Shape;6143;p179"/>
          <p:cNvCxnSpPr>
            <a:stCxn id="6128" idx="6"/>
            <a:endCxn id="6129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4" name="Google Shape;6144;p179"/>
          <p:cNvCxnSpPr>
            <a:stCxn id="6126" idx="6"/>
            <a:endCxn id="6127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45" name="Google Shape;6145;p179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6" name="Google Shape;6146;p179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7" name="Google Shape;6147;p179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8" name="Google Shape;6148;p179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9" name="Google Shape;6149;p179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0" name="Google Shape;6150;p179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1" name="Google Shape;6151;p179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2" name="Google Shape;6152;p179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3" name="Google Shape;6153;p179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4" name="Google Shape;6154;p179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5" name="Google Shape;6155;p179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56" name="Google Shape;6156;p179"/>
          <p:cNvCxnSpPr>
            <a:stCxn id="6132" idx="6"/>
            <a:endCxn id="6155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57" name="Google Shape;6157;p179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8" name="Google Shape;6158;p179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9" name="Google Shape;6159;p179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0" name="Google Shape;6160;p179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1" name="Google Shape;6161;p179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2" name="Google Shape;6162;p179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163" name="Google Shape;6163;p179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64" name="Google Shape;6164;p179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5" name="Google Shape;6165;p179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66" name="Google Shape;6166;p179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7" name="Google Shape;6167;p179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8" name="Google Shape;6168;p179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9" name="Google Shape;6169;p179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70" name="Google Shape;6170;p179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71" name="Google Shape;6171;p179"/>
          <p:cNvCxnSpPr>
            <a:stCxn id="6126" idx="3"/>
            <a:endCxn id="6122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2" name="Google Shape;6172;p179"/>
          <p:cNvCxnSpPr>
            <a:stCxn id="6123" idx="3"/>
            <a:endCxn id="6122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3" name="Google Shape;6173;p179"/>
          <p:cNvCxnSpPr>
            <a:stCxn id="6124" idx="3"/>
            <a:endCxn id="6122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4" name="Google Shape;6174;p179"/>
          <p:cNvCxnSpPr>
            <a:stCxn id="6125" idx="1"/>
            <a:endCxn id="6122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5" name="Google Shape;6175;p179"/>
          <p:cNvCxnSpPr>
            <a:stCxn id="6127" idx="3"/>
            <a:endCxn id="6123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6" name="Google Shape;6176;p179"/>
          <p:cNvCxnSpPr>
            <a:stCxn id="6128" idx="1"/>
            <a:endCxn id="6126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7" name="Google Shape;6177;p179"/>
          <p:cNvCxnSpPr>
            <a:stCxn id="6130" idx="1"/>
            <a:endCxn id="6122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8" name="Google Shape;6178;p179"/>
          <p:cNvCxnSpPr>
            <a:stCxn id="6133" idx="1"/>
            <a:endCxn id="6122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3" name="Google Shape;6183;p180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4" name="Google Shape;6184;p180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5" name="Google Shape;6185;p180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6" name="Google Shape;6186;p180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7" name="Google Shape;6187;p180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8" name="Google Shape;6188;p180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9" name="Google Shape;6189;p180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0" name="Google Shape;6190;p180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1" name="Google Shape;6191;p180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2" name="Google Shape;6192;p180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3" name="Google Shape;6193;p180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4" name="Google Shape;6194;p180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95" name="Google Shape;6195;p180"/>
          <p:cNvCxnSpPr>
            <a:stCxn id="6183" idx="0"/>
            <a:endCxn id="6187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6" name="Google Shape;6196;p180"/>
          <p:cNvCxnSpPr>
            <a:stCxn id="6183" idx="4"/>
            <a:endCxn id="6186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7" name="Google Shape;6197;p180"/>
          <p:cNvCxnSpPr>
            <a:stCxn id="6183" idx="7"/>
            <a:endCxn id="6184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8" name="Google Shape;6198;p180"/>
          <p:cNvCxnSpPr>
            <a:stCxn id="6183" idx="5"/>
            <a:endCxn id="6185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9" name="Google Shape;6199;p180"/>
          <p:cNvCxnSpPr>
            <a:stCxn id="6186" idx="6"/>
            <a:endCxn id="6194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0" name="Google Shape;6200;p180"/>
          <p:cNvCxnSpPr>
            <a:stCxn id="6185" idx="6"/>
            <a:endCxn id="6191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1" name="Google Shape;6201;p180"/>
          <p:cNvCxnSpPr>
            <a:stCxn id="6191" idx="6"/>
            <a:endCxn id="6192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2" name="Google Shape;6202;p180"/>
          <p:cNvCxnSpPr>
            <a:stCxn id="6192" idx="6"/>
            <a:endCxn id="6193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3" name="Google Shape;6203;p180"/>
          <p:cNvCxnSpPr>
            <a:stCxn id="6184" idx="6"/>
            <a:endCxn id="6189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4" name="Google Shape;6204;p180"/>
          <p:cNvCxnSpPr>
            <a:stCxn id="6189" idx="6"/>
            <a:endCxn id="6190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5" name="Google Shape;6205;p180"/>
          <p:cNvCxnSpPr>
            <a:stCxn id="6187" idx="6"/>
            <a:endCxn id="6188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06" name="Google Shape;6206;p180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7" name="Google Shape;6207;p180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8" name="Google Shape;6208;p180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9" name="Google Shape;6209;p180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0" name="Google Shape;6210;p180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1" name="Google Shape;6211;p180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2" name="Google Shape;6212;p180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3" name="Google Shape;6213;p180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4" name="Google Shape;6214;p180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5" name="Google Shape;6215;p180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6" name="Google Shape;6216;p180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17" name="Google Shape;6217;p180"/>
          <p:cNvCxnSpPr>
            <a:stCxn id="6193" idx="6"/>
            <a:endCxn id="6216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18" name="Google Shape;6218;p180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9" name="Google Shape;6219;p180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0" name="Google Shape;6220;p180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1" name="Google Shape;6221;p180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2" name="Google Shape;6222;p180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3" name="Google Shape;6223;p180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224" name="Google Shape;6224;p180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25" name="Google Shape;6225;p180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26" name="Google Shape;6226;p180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27" name="Google Shape;6227;p180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28" name="Google Shape;6228;p180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29" name="Google Shape;6229;p180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30" name="Google Shape;6230;p180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31" name="Google Shape;6231;p180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32" name="Google Shape;6232;p180"/>
          <p:cNvCxnSpPr>
            <a:stCxn id="6187" idx="3"/>
            <a:endCxn id="6183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3" name="Google Shape;6233;p180"/>
          <p:cNvCxnSpPr>
            <a:stCxn id="6184" idx="3"/>
            <a:endCxn id="6183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4" name="Google Shape;6234;p180"/>
          <p:cNvCxnSpPr>
            <a:stCxn id="6185" idx="3"/>
            <a:endCxn id="6183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5" name="Google Shape;6235;p180"/>
          <p:cNvCxnSpPr>
            <a:stCxn id="6186" idx="1"/>
            <a:endCxn id="6183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6" name="Google Shape;6236;p180"/>
          <p:cNvCxnSpPr>
            <a:stCxn id="6188" idx="3"/>
            <a:endCxn id="6184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7" name="Google Shape;6237;p180"/>
          <p:cNvCxnSpPr>
            <a:stCxn id="6189" idx="1"/>
            <a:endCxn id="6187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8" name="Google Shape;6238;p180"/>
          <p:cNvCxnSpPr>
            <a:stCxn id="6191" idx="1"/>
            <a:endCxn id="6183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9" name="Google Shape;6239;p180"/>
          <p:cNvCxnSpPr>
            <a:stCxn id="6194" idx="1"/>
            <a:endCxn id="6183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4" name="Google Shape;6244;p181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5" name="Google Shape;6245;p181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6" name="Google Shape;6246;p181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7" name="Google Shape;6247;p181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8" name="Google Shape;6248;p181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9" name="Google Shape;6249;p181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0" name="Google Shape;6250;p181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1" name="Google Shape;6251;p181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2" name="Google Shape;6252;p181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3" name="Google Shape;6253;p181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4" name="Google Shape;6254;p181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5" name="Google Shape;6255;p181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56" name="Google Shape;6256;p181"/>
          <p:cNvCxnSpPr>
            <a:stCxn id="6244" idx="0"/>
            <a:endCxn id="6248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7" name="Google Shape;6257;p181"/>
          <p:cNvCxnSpPr>
            <a:stCxn id="6244" idx="4"/>
            <a:endCxn id="6247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8" name="Google Shape;6258;p181"/>
          <p:cNvCxnSpPr>
            <a:stCxn id="6244" idx="7"/>
            <a:endCxn id="6245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9" name="Google Shape;6259;p181"/>
          <p:cNvCxnSpPr>
            <a:stCxn id="6244" idx="5"/>
            <a:endCxn id="6246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0" name="Google Shape;6260;p181"/>
          <p:cNvCxnSpPr>
            <a:stCxn id="6247" idx="6"/>
            <a:endCxn id="6255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1" name="Google Shape;6261;p181"/>
          <p:cNvCxnSpPr>
            <a:stCxn id="6246" idx="6"/>
            <a:endCxn id="6252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2" name="Google Shape;6262;p181"/>
          <p:cNvCxnSpPr>
            <a:stCxn id="6252" idx="6"/>
            <a:endCxn id="6253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3" name="Google Shape;6263;p181"/>
          <p:cNvCxnSpPr>
            <a:stCxn id="6253" idx="6"/>
            <a:endCxn id="6254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4" name="Google Shape;6264;p181"/>
          <p:cNvCxnSpPr>
            <a:stCxn id="6245" idx="6"/>
            <a:endCxn id="6250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5" name="Google Shape;6265;p181"/>
          <p:cNvCxnSpPr>
            <a:stCxn id="6250" idx="6"/>
            <a:endCxn id="6251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6" name="Google Shape;6266;p181"/>
          <p:cNvCxnSpPr>
            <a:stCxn id="6248" idx="6"/>
            <a:endCxn id="6249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67" name="Google Shape;6267;p181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8" name="Google Shape;6268;p181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9" name="Google Shape;6269;p181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0" name="Google Shape;6270;p181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1" name="Google Shape;6271;p181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2" name="Google Shape;6272;p181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3" name="Google Shape;6273;p181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4" name="Google Shape;6274;p181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5" name="Google Shape;6275;p181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6" name="Google Shape;6276;p181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7" name="Google Shape;6277;p181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78" name="Google Shape;6278;p181"/>
          <p:cNvCxnSpPr>
            <a:stCxn id="6254" idx="6"/>
            <a:endCxn id="6277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79" name="Google Shape;6279;p181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0" name="Google Shape;6280;p181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1" name="Google Shape;6281;p181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2" name="Google Shape;6282;p181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3" name="Google Shape;6283;p181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4" name="Google Shape;6284;p181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285" name="Google Shape;6285;p181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86" name="Google Shape;6286;p181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87" name="Google Shape;6287;p181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88" name="Google Shape;6288;p181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89" name="Google Shape;6289;p181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90" name="Google Shape;6290;p181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91" name="Google Shape;6291;p181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92" name="Google Shape;6292;p181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93" name="Google Shape;6293;p181"/>
          <p:cNvCxnSpPr>
            <a:stCxn id="6248" idx="3"/>
            <a:endCxn id="6244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4" name="Google Shape;6294;p181"/>
          <p:cNvCxnSpPr>
            <a:stCxn id="6245" idx="3"/>
            <a:endCxn id="6244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5" name="Google Shape;6295;p181"/>
          <p:cNvCxnSpPr>
            <a:stCxn id="6246" idx="3"/>
            <a:endCxn id="6244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6" name="Google Shape;6296;p181"/>
          <p:cNvCxnSpPr>
            <a:stCxn id="6247" idx="1"/>
            <a:endCxn id="6244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7" name="Google Shape;6297;p181"/>
          <p:cNvCxnSpPr>
            <a:stCxn id="6249" idx="3"/>
            <a:endCxn id="6245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8" name="Google Shape;6298;p181"/>
          <p:cNvCxnSpPr>
            <a:stCxn id="6250" idx="1"/>
            <a:endCxn id="6248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9" name="Google Shape;6299;p181"/>
          <p:cNvCxnSpPr>
            <a:stCxn id="6252" idx="1"/>
            <a:endCxn id="6244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0" name="Google Shape;6300;p181"/>
          <p:cNvCxnSpPr>
            <a:stCxn id="6255" idx="1"/>
            <a:endCxn id="6244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5" name="Google Shape;6305;p182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6" name="Google Shape;6306;p182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7" name="Google Shape;6307;p182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8" name="Google Shape;6308;p182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9" name="Google Shape;6309;p182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0" name="Google Shape;6310;p182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1" name="Google Shape;6311;p182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2" name="Google Shape;6312;p182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3" name="Google Shape;6313;p182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4" name="Google Shape;6314;p182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5" name="Google Shape;6315;p182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6" name="Google Shape;6316;p182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17" name="Google Shape;6317;p182"/>
          <p:cNvCxnSpPr>
            <a:stCxn id="6305" idx="0"/>
            <a:endCxn id="6309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8" name="Google Shape;6318;p182"/>
          <p:cNvCxnSpPr>
            <a:stCxn id="6305" idx="4"/>
            <a:endCxn id="6308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9" name="Google Shape;6319;p182"/>
          <p:cNvCxnSpPr>
            <a:stCxn id="6305" idx="7"/>
            <a:endCxn id="6306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0" name="Google Shape;6320;p182"/>
          <p:cNvCxnSpPr>
            <a:stCxn id="6305" idx="5"/>
            <a:endCxn id="6307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1" name="Google Shape;6321;p182"/>
          <p:cNvCxnSpPr>
            <a:stCxn id="6308" idx="6"/>
            <a:endCxn id="6316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2" name="Google Shape;6322;p182"/>
          <p:cNvCxnSpPr>
            <a:stCxn id="6307" idx="6"/>
            <a:endCxn id="6313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3" name="Google Shape;6323;p182"/>
          <p:cNvCxnSpPr>
            <a:stCxn id="6313" idx="6"/>
            <a:endCxn id="6314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4" name="Google Shape;6324;p182"/>
          <p:cNvCxnSpPr>
            <a:stCxn id="6314" idx="6"/>
            <a:endCxn id="6315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5" name="Google Shape;6325;p182"/>
          <p:cNvCxnSpPr>
            <a:stCxn id="6306" idx="6"/>
            <a:endCxn id="6311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6" name="Google Shape;6326;p182"/>
          <p:cNvCxnSpPr>
            <a:stCxn id="6311" idx="6"/>
            <a:endCxn id="6312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7" name="Google Shape;6327;p182"/>
          <p:cNvCxnSpPr>
            <a:stCxn id="6309" idx="6"/>
            <a:endCxn id="6310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28" name="Google Shape;6328;p182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9" name="Google Shape;6329;p182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0" name="Google Shape;6330;p182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1" name="Google Shape;6331;p182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2" name="Google Shape;6332;p182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3" name="Google Shape;6333;p182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4" name="Google Shape;6334;p182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5" name="Google Shape;6335;p182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6" name="Google Shape;6336;p182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7" name="Google Shape;6337;p182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8" name="Google Shape;6338;p182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39" name="Google Shape;6339;p182"/>
          <p:cNvCxnSpPr>
            <a:stCxn id="6315" idx="6"/>
            <a:endCxn id="6338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40" name="Google Shape;6340;p182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1" name="Google Shape;6341;p182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2" name="Google Shape;6342;p182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3" name="Google Shape;6343;p182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4" name="Google Shape;6344;p182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5" name="Google Shape;6345;p182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346" name="Google Shape;6346;p182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47" name="Google Shape;6347;p182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48" name="Google Shape;6348;p182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49" name="Google Shape;6349;p182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50" name="Google Shape;6350;p182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51" name="Google Shape;6351;p182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52" name="Google Shape;6352;p182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53" name="Google Shape;6353;p182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54" name="Google Shape;6354;p182"/>
          <p:cNvCxnSpPr>
            <a:stCxn id="6309" idx="3"/>
            <a:endCxn id="6305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5" name="Google Shape;6355;p182"/>
          <p:cNvCxnSpPr>
            <a:stCxn id="6306" idx="3"/>
            <a:endCxn id="6305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6" name="Google Shape;6356;p182"/>
          <p:cNvCxnSpPr>
            <a:stCxn id="6307" idx="3"/>
            <a:endCxn id="6305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7" name="Google Shape;6357;p182"/>
          <p:cNvCxnSpPr>
            <a:stCxn id="6308" idx="1"/>
            <a:endCxn id="6305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8" name="Google Shape;6358;p182"/>
          <p:cNvCxnSpPr>
            <a:stCxn id="6310" idx="3"/>
            <a:endCxn id="6306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9" name="Google Shape;6359;p182"/>
          <p:cNvCxnSpPr>
            <a:stCxn id="6311" idx="1"/>
            <a:endCxn id="6309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60" name="Google Shape;6360;p182"/>
          <p:cNvCxnSpPr>
            <a:stCxn id="6313" idx="1"/>
            <a:endCxn id="6305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61" name="Google Shape;6361;p182"/>
          <p:cNvCxnSpPr>
            <a:stCxn id="6316" idx="1"/>
            <a:endCxn id="6305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6" name="Google Shape;6366;p183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7" name="Google Shape;6367;p183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8" name="Google Shape;6368;p183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9" name="Google Shape;6369;p183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0" name="Google Shape;6370;p183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1" name="Google Shape;6371;p183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2" name="Google Shape;6372;p183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3" name="Google Shape;6373;p183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4" name="Google Shape;6374;p183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5" name="Google Shape;6375;p183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6" name="Google Shape;6376;p183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7" name="Google Shape;6377;p183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78" name="Google Shape;6378;p183"/>
          <p:cNvCxnSpPr>
            <a:stCxn id="6366" idx="0"/>
            <a:endCxn id="6370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79" name="Google Shape;6379;p183"/>
          <p:cNvCxnSpPr>
            <a:stCxn id="6366" idx="4"/>
            <a:endCxn id="6369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0" name="Google Shape;6380;p183"/>
          <p:cNvCxnSpPr>
            <a:stCxn id="6366" idx="7"/>
            <a:endCxn id="6367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1" name="Google Shape;6381;p183"/>
          <p:cNvCxnSpPr>
            <a:stCxn id="6366" idx="5"/>
            <a:endCxn id="6368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2" name="Google Shape;6382;p183"/>
          <p:cNvCxnSpPr>
            <a:stCxn id="6369" idx="6"/>
            <a:endCxn id="6377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3" name="Google Shape;6383;p183"/>
          <p:cNvCxnSpPr>
            <a:stCxn id="6368" idx="6"/>
            <a:endCxn id="6374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4" name="Google Shape;6384;p183"/>
          <p:cNvCxnSpPr>
            <a:stCxn id="6374" idx="6"/>
            <a:endCxn id="6375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5" name="Google Shape;6385;p183"/>
          <p:cNvCxnSpPr>
            <a:stCxn id="6375" idx="6"/>
            <a:endCxn id="6376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6" name="Google Shape;6386;p183"/>
          <p:cNvCxnSpPr>
            <a:stCxn id="6367" idx="6"/>
            <a:endCxn id="6372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7" name="Google Shape;6387;p183"/>
          <p:cNvCxnSpPr>
            <a:stCxn id="6372" idx="6"/>
            <a:endCxn id="6373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8" name="Google Shape;6388;p183"/>
          <p:cNvCxnSpPr>
            <a:stCxn id="6370" idx="6"/>
            <a:endCxn id="6371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89" name="Google Shape;6389;p183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0" name="Google Shape;6390;p183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1" name="Google Shape;6391;p183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2" name="Google Shape;6392;p183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3" name="Google Shape;6393;p183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4" name="Google Shape;6394;p183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5" name="Google Shape;6395;p183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6" name="Google Shape;6396;p183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7" name="Google Shape;6397;p183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8" name="Google Shape;6398;p183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9" name="Google Shape;6399;p183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00" name="Google Shape;6400;p183"/>
          <p:cNvCxnSpPr>
            <a:stCxn id="6376" idx="6"/>
            <a:endCxn id="6399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01" name="Google Shape;6401;p183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2" name="Google Shape;6402;p183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3" name="Google Shape;6403;p183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4" name="Google Shape;6404;p183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5" name="Google Shape;6405;p183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6" name="Google Shape;6406;p183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407" name="Google Shape;6407;p183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08" name="Google Shape;6408;p183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09" name="Google Shape;6409;p183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10" name="Google Shape;6410;p183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11" name="Google Shape;6411;p183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12" name="Google Shape;6412;p183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13" name="Google Shape;6413;p183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14" name="Google Shape;6414;p183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15" name="Google Shape;6415;p183"/>
          <p:cNvCxnSpPr>
            <a:stCxn id="6370" idx="3"/>
            <a:endCxn id="6366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16" name="Google Shape;6416;p183"/>
          <p:cNvCxnSpPr>
            <a:stCxn id="6367" idx="3"/>
            <a:endCxn id="6366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17" name="Google Shape;6417;p183"/>
          <p:cNvCxnSpPr>
            <a:stCxn id="6368" idx="3"/>
            <a:endCxn id="6366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18" name="Google Shape;6418;p183"/>
          <p:cNvCxnSpPr>
            <a:stCxn id="6369" idx="1"/>
            <a:endCxn id="6366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19" name="Google Shape;6419;p183"/>
          <p:cNvCxnSpPr>
            <a:stCxn id="6371" idx="3"/>
            <a:endCxn id="6367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20" name="Google Shape;6420;p183"/>
          <p:cNvCxnSpPr>
            <a:stCxn id="6372" idx="1"/>
            <a:endCxn id="6370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21" name="Google Shape;6421;p183"/>
          <p:cNvCxnSpPr>
            <a:stCxn id="6374" idx="1"/>
            <a:endCxn id="6366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22" name="Google Shape;6422;p183"/>
          <p:cNvCxnSpPr>
            <a:stCxn id="6377" idx="1"/>
            <a:endCxn id="6366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23" name="Google Shape;6423;p183"/>
          <p:cNvCxnSpPr>
            <a:endCxn id="6366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8" name="Google Shape;6428;p184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29" name="Google Shape;6429;p184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0" name="Google Shape;6430;p184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1" name="Google Shape;6431;p184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2" name="Google Shape;6432;p184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3" name="Google Shape;6433;p184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4" name="Google Shape;6434;p184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5" name="Google Shape;6435;p184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6" name="Google Shape;6436;p184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7" name="Google Shape;6437;p184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8" name="Google Shape;6438;p184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9" name="Google Shape;6439;p184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40" name="Google Shape;6440;p184"/>
          <p:cNvCxnSpPr>
            <a:stCxn id="6428" idx="0"/>
            <a:endCxn id="6432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1" name="Google Shape;6441;p184"/>
          <p:cNvCxnSpPr>
            <a:stCxn id="6428" idx="4"/>
            <a:endCxn id="6431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2" name="Google Shape;6442;p184"/>
          <p:cNvCxnSpPr>
            <a:stCxn id="6428" idx="7"/>
            <a:endCxn id="6429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3" name="Google Shape;6443;p184"/>
          <p:cNvCxnSpPr>
            <a:stCxn id="6428" idx="5"/>
            <a:endCxn id="6430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4" name="Google Shape;6444;p184"/>
          <p:cNvCxnSpPr>
            <a:stCxn id="6431" idx="6"/>
            <a:endCxn id="6439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5" name="Google Shape;6445;p184"/>
          <p:cNvCxnSpPr>
            <a:stCxn id="6430" idx="6"/>
            <a:endCxn id="6436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6" name="Google Shape;6446;p184"/>
          <p:cNvCxnSpPr>
            <a:stCxn id="6436" idx="6"/>
            <a:endCxn id="6437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7" name="Google Shape;6447;p184"/>
          <p:cNvCxnSpPr>
            <a:stCxn id="6437" idx="6"/>
            <a:endCxn id="6438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8" name="Google Shape;6448;p184"/>
          <p:cNvCxnSpPr>
            <a:stCxn id="6429" idx="6"/>
            <a:endCxn id="6434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9" name="Google Shape;6449;p184"/>
          <p:cNvCxnSpPr>
            <a:stCxn id="6434" idx="6"/>
            <a:endCxn id="6435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50" name="Google Shape;6450;p184"/>
          <p:cNvCxnSpPr>
            <a:stCxn id="6432" idx="6"/>
            <a:endCxn id="6433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51" name="Google Shape;6451;p184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2" name="Google Shape;6452;p184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3" name="Google Shape;6453;p184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4" name="Google Shape;6454;p184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5" name="Google Shape;6455;p184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6" name="Google Shape;6456;p184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7" name="Google Shape;6457;p184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8" name="Google Shape;6458;p184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9" name="Google Shape;6459;p184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0" name="Google Shape;6460;p184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1" name="Google Shape;6461;p184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62" name="Google Shape;6462;p184"/>
          <p:cNvCxnSpPr>
            <a:stCxn id="6438" idx="6"/>
            <a:endCxn id="6461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63" name="Google Shape;6463;p184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4" name="Google Shape;6464;p184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5" name="Google Shape;6465;p184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6" name="Google Shape;6466;p184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7" name="Google Shape;6467;p184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8" name="Google Shape;6468;p184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469" name="Google Shape;6469;p184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70" name="Google Shape;6470;p184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1" name="Google Shape;6471;p184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72" name="Google Shape;6472;p184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3" name="Google Shape;6473;p184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4" name="Google Shape;6474;p184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5" name="Google Shape;6475;p184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76" name="Google Shape;6476;p184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77" name="Google Shape;6477;p184"/>
          <p:cNvCxnSpPr>
            <a:stCxn id="6432" idx="3"/>
            <a:endCxn id="6428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8" name="Google Shape;6478;p184"/>
          <p:cNvCxnSpPr>
            <a:stCxn id="6429" idx="3"/>
            <a:endCxn id="6428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9" name="Google Shape;6479;p184"/>
          <p:cNvCxnSpPr>
            <a:stCxn id="6430" idx="3"/>
            <a:endCxn id="6428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0" name="Google Shape;6480;p184"/>
          <p:cNvCxnSpPr>
            <a:stCxn id="6431" idx="1"/>
            <a:endCxn id="6428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1" name="Google Shape;6481;p184"/>
          <p:cNvCxnSpPr>
            <a:stCxn id="6433" idx="3"/>
            <a:endCxn id="6429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2" name="Google Shape;6482;p184"/>
          <p:cNvCxnSpPr>
            <a:stCxn id="6434" idx="1"/>
            <a:endCxn id="6432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3" name="Google Shape;6483;p184"/>
          <p:cNvCxnSpPr>
            <a:stCxn id="6436" idx="1"/>
            <a:endCxn id="6428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4" name="Google Shape;6484;p184"/>
          <p:cNvCxnSpPr>
            <a:stCxn id="6439" idx="1"/>
            <a:endCxn id="6428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5" name="Google Shape;6485;p184"/>
          <p:cNvCxnSpPr>
            <a:endCxn id="6428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0" name="Google Shape;6490;p185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1" name="Google Shape;6491;p185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2" name="Google Shape;6492;p185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3" name="Google Shape;6493;p185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4" name="Google Shape;6494;p185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5" name="Google Shape;6495;p185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6" name="Google Shape;6496;p185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7" name="Google Shape;6497;p185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8" name="Google Shape;6498;p185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9" name="Google Shape;6499;p185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00" name="Google Shape;6500;p185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01" name="Google Shape;6501;p185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02" name="Google Shape;6502;p185"/>
          <p:cNvCxnSpPr>
            <a:stCxn id="6490" idx="0"/>
            <a:endCxn id="6494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3" name="Google Shape;6503;p185"/>
          <p:cNvCxnSpPr>
            <a:stCxn id="6490" idx="4"/>
            <a:endCxn id="6493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4" name="Google Shape;6504;p185"/>
          <p:cNvCxnSpPr>
            <a:stCxn id="6490" idx="7"/>
            <a:endCxn id="6491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5" name="Google Shape;6505;p185"/>
          <p:cNvCxnSpPr>
            <a:stCxn id="6490" idx="5"/>
            <a:endCxn id="6492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6" name="Google Shape;6506;p185"/>
          <p:cNvCxnSpPr>
            <a:stCxn id="6493" idx="6"/>
            <a:endCxn id="6501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7" name="Google Shape;6507;p185"/>
          <p:cNvCxnSpPr>
            <a:stCxn id="6492" idx="6"/>
            <a:endCxn id="6498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8" name="Google Shape;6508;p185"/>
          <p:cNvCxnSpPr>
            <a:stCxn id="6498" idx="6"/>
            <a:endCxn id="6499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9" name="Google Shape;6509;p185"/>
          <p:cNvCxnSpPr>
            <a:stCxn id="6499" idx="6"/>
            <a:endCxn id="6500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0" name="Google Shape;6510;p185"/>
          <p:cNvCxnSpPr>
            <a:stCxn id="6491" idx="6"/>
            <a:endCxn id="6496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1" name="Google Shape;6511;p185"/>
          <p:cNvCxnSpPr>
            <a:stCxn id="6496" idx="6"/>
            <a:endCxn id="6497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2" name="Google Shape;6512;p185"/>
          <p:cNvCxnSpPr>
            <a:stCxn id="6494" idx="6"/>
            <a:endCxn id="6495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13" name="Google Shape;6513;p185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4" name="Google Shape;6514;p185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5" name="Google Shape;6515;p185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6" name="Google Shape;6516;p185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7" name="Google Shape;6517;p185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8" name="Google Shape;6518;p185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9" name="Google Shape;6519;p185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0" name="Google Shape;6520;p185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1" name="Google Shape;6521;p185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2" name="Google Shape;6522;p185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3" name="Google Shape;6523;p185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24" name="Google Shape;6524;p185"/>
          <p:cNvCxnSpPr>
            <a:stCxn id="6500" idx="6"/>
            <a:endCxn id="6523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25" name="Google Shape;6525;p185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6" name="Google Shape;6526;p185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7" name="Google Shape;6527;p185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8" name="Google Shape;6528;p185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9" name="Google Shape;6529;p185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30" name="Google Shape;6530;p185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531" name="Google Shape;6531;p185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32" name="Google Shape;6532;p185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33" name="Google Shape;6533;p185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34" name="Google Shape;6534;p185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35" name="Google Shape;6535;p185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36" name="Google Shape;6536;p185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37" name="Google Shape;6537;p185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38" name="Google Shape;6538;p185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39" name="Google Shape;6539;p185"/>
          <p:cNvCxnSpPr>
            <a:stCxn id="6494" idx="3"/>
            <a:endCxn id="6490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0" name="Google Shape;6540;p185"/>
          <p:cNvCxnSpPr>
            <a:stCxn id="6491" idx="3"/>
            <a:endCxn id="6490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1" name="Google Shape;6541;p185"/>
          <p:cNvCxnSpPr>
            <a:stCxn id="6492" idx="3"/>
            <a:endCxn id="6490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2" name="Google Shape;6542;p185"/>
          <p:cNvCxnSpPr>
            <a:stCxn id="6493" idx="1"/>
            <a:endCxn id="6490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3" name="Google Shape;6543;p185"/>
          <p:cNvCxnSpPr>
            <a:stCxn id="6495" idx="3"/>
            <a:endCxn id="6491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4" name="Google Shape;6544;p185"/>
          <p:cNvCxnSpPr>
            <a:stCxn id="6496" idx="1"/>
            <a:endCxn id="6494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5" name="Google Shape;6545;p185"/>
          <p:cNvCxnSpPr>
            <a:stCxn id="6498" idx="1"/>
            <a:endCxn id="6490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6" name="Google Shape;6546;p185"/>
          <p:cNvCxnSpPr>
            <a:stCxn id="6501" idx="1"/>
            <a:endCxn id="6490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7" name="Google Shape;6547;p185"/>
          <p:cNvCxnSpPr>
            <a:endCxn id="6490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2" name="Google Shape;6552;p186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3" name="Google Shape;6553;p186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4" name="Google Shape;6554;p186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5" name="Google Shape;6555;p186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6" name="Google Shape;6556;p186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7" name="Google Shape;6557;p186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8" name="Google Shape;6558;p186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9" name="Google Shape;6559;p186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60" name="Google Shape;6560;p186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61" name="Google Shape;6561;p186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62" name="Google Shape;6562;p186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63" name="Google Shape;6563;p186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64" name="Google Shape;6564;p186"/>
          <p:cNvCxnSpPr>
            <a:stCxn id="6552" idx="0"/>
            <a:endCxn id="6556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65" name="Google Shape;6565;p186"/>
          <p:cNvCxnSpPr>
            <a:stCxn id="6552" idx="4"/>
            <a:endCxn id="6555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66" name="Google Shape;6566;p186"/>
          <p:cNvCxnSpPr>
            <a:stCxn id="6552" idx="7"/>
            <a:endCxn id="6553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67" name="Google Shape;6567;p186"/>
          <p:cNvCxnSpPr>
            <a:stCxn id="6552" idx="5"/>
            <a:endCxn id="6554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68" name="Google Shape;6568;p186"/>
          <p:cNvCxnSpPr>
            <a:stCxn id="6555" idx="6"/>
            <a:endCxn id="6563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69" name="Google Shape;6569;p186"/>
          <p:cNvCxnSpPr>
            <a:stCxn id="6554" idx="6"/>
            <a:endCxn id="6560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70" name="Google Shape;6570;p186"/>
          <p:cNvCxnSpPr>
            <a:stCxn id="6560" idx="6"/>
            <a:endCxn id="6561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71" name="Google Shape;6571;p186"/>
          <p:cNvCxnSpPr>
            <a:stCxn id="6561" idx="6"/>
            <a:endCxn id="6562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72" name="Google Shape;6572;p186"/>
          <p:cNvCxnSpPr>
            <a:stCxn id="6553" idx="6"/>
            <a:endCxn id="6558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73" name="Google Shape;6573;p186"/>
          <p:cNvCxnSpPr>
            <a:stCxn id="6558" idx="6"/>
            <a:endCxn id="6559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74" name="Google Shape;6574;p186"/>
          <p:cNvCxnSpPr>
            <a:stCxn id="6556" idx="6"/>
            <a:endCxn id="6557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75" name="Google Shape;6575;p186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6" name="Google Shape;6576;p186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7" name="Google Shape;6577;p186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8" name="Google Shape;6578;p186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9" name="Google Shape;6579;p186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0" name="Google Shape;6580;p186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1" name="Google Shape;6581;p186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2" name="Google Shape;6582;p186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3" name="Google Shape;6583;p186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4" name="Google Shape;6584;p186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5" name="Google Shape;6585;p186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86" name="Google Shape;6586;p186"/>
          <p:cNvCxnSpPr>
            <a:stCxn id="6562" idx="6"/>
            <a:endCxn id="6585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87" name="Google Shape;6587;p186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8" name="Google Shape;6588;p186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9" name="Google Shape;6589;p186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0" name="Google Shape;6590;p186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1" name="Google Shape;6591;p186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2" name="Google Shape;6592;p186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593" name="Google Shape;6593;p186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94" name="Google Shape;6594;p186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95" name="Google Shape;6595;p186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96" name="Google Shape;6596;p186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97" name="Google Shape;6597;p186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98" name="Google Shape;6598;p186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99" name="Google Shape;6599;p186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0" name="Google Shape;6600;p186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01" name="Google Shape;6601;p186"/>
          <p:cNvCxnSpPr>
            <a:stCxn id="6556" idx="3"/>
            <a:endCxn id="6552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2" name="Google Shape;6602;p186"/>
          <p:cNvCxnSpPr>
            <a:stCxn id="6553" idx="3"/>
            <a:endCxn id="6552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3" name="Google Shape;6603;p186"/>
          <p:cNvCxnSpPr>
            <a:stCxn id="6554" idx="3"/>
            <a:endCxn id="6552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4" name="Google Shape;6604;p186"/>
          <p:cNvCxnSpPr>
            <a:stCxn id="6555" idx="1"/>
            <a:endCxn id="6552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5" name="Google Shape;6605;p186"/>
          <p:cNvCxnSpPr>
            <a:stCxn id="6557" idx="3"/>
            <a:endCxn id="6553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6" name="Google Shape;6606;p186"/>
          <p:cNvCxnSpPr>
            <a:stCxn id="6558" idx="1"/>
            <a:endCxn id="6556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7" name="Google Shape;6607;p186"/>
          <p:cNvCxnSpPr>
            <a:stCxn id="6560" idx="1"/>
            <a:endCxn id="6552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8" name="Google Shape;6608;p186"/>
          <p:cNvCxnSpPr>
            <a:stCxn id="6563" idx="1"/>
            <a:endCxn id="6552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9" name="Google Shape;6609;p186"/>
          <p:cNvCxnSpPr>
            <a:endCxn id="6552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4" name="Google Shape;6614;p187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5" name="Google Shape;6615;p187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6" name="Google Shape;6616;p187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7" name="Google Shape;6617;p187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8" name="Google Shape;6618;p187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9" name="Google Shape;6619;p187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0" name="Google Shape;6620;p187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1" name="Google Shape;6621;p187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2" name="Google Shape;6622;p187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3" name="Google Shape;6623;p187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4" name="Google Shape;6624;p187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5" name="Google Shape;6625;p187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26" name="Google Shape;6626;p187"/>
          <p:cNvCxnSpPr>
            <a:stCxn id="6614" idx="0"/>
            <a:endCxn id="6618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7" name="Google Shape;6627;p187"/>
          <p:cNvCxnSpPr>
            <a:stCxn id="6614" idx="4"/>
            <a:endCxn id="6617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8" name="Google Shape;6628;p187"/>
          <p:cNvCxnSpPr>
            <a:stCxn id="6614" idx="7"/>
            <a:endCxn id="6615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9" name="Google Shape;6629;p187"/>
          <p:cNvCxnSpPr>
            <a:stCxn id="6614" idx="5"/>
            <a:endCxn id="6616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0" name="Google Shape;6630;p187"/>
          <p:cNvCxnSpPr>
            <a:stCxn id="6617" idx="6"/>
            <a:endCxn id="6625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1" name="Google Shape;6631;p187"/>
          <p:cNvCxnSpPr>
            <a:stCxn id="6616" idx="6"/>
            <a:endCxn id="6622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2" name="Google Shape;6632;p187"/>
          <p:cNvCxnSpPr>
            <a:stCxn id="6622" idx="6"/>
            <a:endCxn id="6623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3" name="Google Shape;6633;p187"/>
          <p:cNvCxnSpPr>
            <a:stCxn id="6623" idx="6"/>
            <a:endCxn id="6624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4" name="Google Shape;6634;p187"/>
          <p:cNvCxnSpPr>
            <a:stCxn id="6615" idx="6"/>
            <a:endCxn id="6620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5" name="Google Shape;6635;p187"/>
          <p:cNvCxnSpPr>
            <a:stCxn id="6620" idx="6"/>
            <a:endCxn id="6621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6" name="Google Shape;6636;p187"/>
          <p:cNvCxnSpPr>
            <a:stCxn id="6618" idx="6"/>
            <a:endCxn id="6619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37" name="Google Shape;6637;p187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38" name="Google Shape;6638;p187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39" name="Google Shape;6639;p187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0" name="Google Shape;6640;p187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1" name="Google Shape;6641;p187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2" name="Google Shape;6642;p187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3" name="Google Shape;6643;p187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4" name="Google Shape;6644;p187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5" name="Google Shape;6645;p187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6" name="Google Shape;6646;p187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7" name="Google Shape;6647;p187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48" name="Google Shape;6648;p187"/>
          <p:cNvCxnSpPr>
            <a:stCxn id="6624" idx="6"/>
            <a:endCxn id="6647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49" name="Google Shape;6649;p187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0" name="Google Shape;6650;p187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1" name="Google Shape;6651;p187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2" name="Google Shape;6652;p187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3" name="Google Shape;6653;p187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4" name="Google Shape;6654;p187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655" name="Google Shape;6655;p187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56" name="Google Shape;6656;p187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57" name="Google Shape;6657;p187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58" name="Google Shape;6658;p187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59" name="Google Shape;6659;p187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60" name="Google Shape;6660;p187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61" name="Google Shape;6661;p187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62" name="Google Shape;6662;p187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63" name="Google Shape;6663;p187"/>
          <p:cNvCxnSpPr>
            <a:stCxn id="6618" idx="3"/>
            <a:endCxn id="6614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4" name="Google Shape;6664;p187"/>
          <p:cNvCxnSpPr>
            <a:stCxn id="6615" idx="3"/>
            <a:endCxn id="6614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5" name="Google Shape;6665;p187"/>
          <p:cNvCxnSpPr>
            <a:stCxn id="6616" idx="3"/>
            <a:endCxn id="6614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6" name="Google Shape;6666;p187"/>
          <p:cNvCxnSpPr>
            <a:stCxn id="6617" idx="1"/>
            <a:endCxn id="6614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7" name="Google Shape;6667;p187"/>
          <p:cNvCxnSpPr>
            <a:stCxn id="6619" idx="3"/>
            <a:endCxn id="6615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8" name="Google Shape;6668;p187"/>
          <p:cNvCxnSpPr>
            <a:stCxn id="6620" idx="1"/>
            <a:endCxn id="6618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9" name="Google Shape;6669;p187"/>
          <p:cNvCxnSpPr>
            <a:stCxn id="6622" idx="1"/>
            <a:endCxn id="6614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0" name="Google Shape;6670;p187"/>
          <p:cNvCxnSpPr>
            <a:stCxn id="6625" idx="1"/>
            <a:endCxn id="6614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1" name="Google Shape;6671;p187"/>
          <p:cNvCxnSpPr>
            <a:endCxn id="6614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" name="Google Shape;6676;p188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77" name="Google Shape;6677;p188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78" name="Google Shape;6678;p188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79" name="Google Shape;6679;p188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0" name="Google Shape;6680;p188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1" name="Google Shape;6681;p188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2" name="Google Shape;6682;p188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3" name="Google Shape;6683;p188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4" name="Google Shape;6684;p188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5" name="Google Shape;6685;p188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6" name="Google Shape;6686;p188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7" name="Google Shape;6687;p188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88" name="Google Shape;6688;p188"/>
          <p:cNvCxnSpPr>
            <a:stCxn id="6676" idx="0"/>
            <a:endCxn id="6680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89" name="Google Shape;6689;p188"/>
          <p:cNvCxnSpPr>
            <a:stCxn id="6676" idx="4"/>
            <a:endCxn id="6679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0" name="Google Shape;6690;p188"/>
          <p:cNvCxnSpPr>
            <a:stCxn id="6676" idx="7"/>
            <a:endCxn id="6677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1" name="Google Shape;6691;p188"/>
          <p:cNvCxnSpPr>
            <a:stCxn id="6676" idx="5"/>
            <a:endCxn id="6678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2" name="Google Shape;6692;p188"/>
          <p:cNvCxnSpPr>
            <a:stCxn id="6679" idx="6"/>
            <a:endCxn id="6687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3" name="Google Shape;6693;p188"/>
          <p:cNvCxnSpPr>
            <a:stCxn id="6678" idx="6"/>
            <a:endCxn id="6684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4" name="Google Shape;6694;p188"/>
          <p:cNvCxnSpPr>
            <a:stCxn id="6684" idx="6"/>
            <a:endCxn id="6685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5" name="Google Shape;6695;p188"/>
          <p:cNvCxnSpPr>
            <a:stCxn id="6685" idx="6"/>
            <a:endCxn id="6686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6" name="Google Shape;6696;p188"/>
          <p:cNvCxnSpPr>
            <a:stCxn id="6677" idx="6"/>
            <a:endCxn id="6682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7" name="Google Shape;6697;p188"/>
          <p:cNvCxnSpPr>
            <a:stCxn id="6682" idx="6"/>
            <a:endCxn id="6683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8" name="Google Shape;6698;p188"/>
          <p:cNvCxnSpPr>
            <a:stCxn id="6680" idx="6"/>
            <a:endCxn id="6681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99" name="Google Shape;6699;p188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0" name="Google Shape;6700;p188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1" name="Google Shape;6701;p188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2" name="Google Shape;6702;p188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3" name="Google Shape;6703;p188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4" name="Google Shape;6704;p188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5" name="Google Shape;6705;p188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6" name="Google Shape;6706;p188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7" name="Google Shape;6707;p188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8" name="Google Shape;6708;p188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9" name="Google Shape;6709;p188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10" name="Google Shape;6710;p188"/>
          <p:cNvCxnSpPr>
            <a:stCxn id="6686" idx="6"/>
            <a:endCxn id="6709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11" name="Google Shape;6711;p188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12" name="Google Shape;6712;p188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13" name="Google Shape;6713;p188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14" name="Google Shape;6714;p188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15" name="Google Shape;6715;p188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16" name="Google Shape;6716;p188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717" name="Google Shape;6717;p188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18" name="Google Shape;6718;p188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19" name="Google Shape;6719;p188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20" name="Google Shape;6720;p188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21" name="Google Shape;6721;p188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22" name="Google Shape;6722;p188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23" name="Google Shape;6723;p188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24" name="Google Shape;6724;p188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25" name="Google Shape;6725;p188"/>
          <p:cNvCxnSpPr>
            <a:stCxn id="6680" idx="3"/>
            <a:endCxn id="6676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26" name="Google Shape;6726;p188"/>
          <p:cNvCxnSpPr>
            <a:stCxn id="6677" idx="3"/>
            <a:endCxn id="6676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27" name="Google Shape;6727;p188"/>
          <p:cNvCxnSpPr>
            <a:stCxn id="6678" idx="3"/>
            <a:endCxn id="6676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28" name="Google Shape;6728;p188"/>
          <p:cNvCxnSpPr>
            <a:stCxn id="6679" idx="1"/>
            <a:endCxn id="6676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29" name="Google Shape;6729;p188"/>
          <p:cNvCxnSpPr>
            <a:stCxn id="6681" idx="3"/>
            <a:endCxn id="6677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0" name="Google Shape;6730;p188"/>
          <p:cNvCxnSpPr>
            <a:stCxn id="6682" idx="1"/>
            <a:endCxn id="6680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1" name="Google Shape;6731;p188"/>
          <p:cNvCxnSpPr>
            <a:stCxn id="6684" idx="1"/>
            <a:endCxn id="6676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2" name="Google Shape;6732;p188"/>
          <p:cNvCxnSpPr>
            <a:stCxn id="6687" idx="1"/>
            <a:endCxn id="6676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3" name="Google Shape;6733;p188"/>
          <p:cNvCxnSpPr>
            <a:endCxn id="6676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4" name="Google Shape;6734;p188"/>
          <p:cNvCxnSpPr>
            <a:stCxn id="6685" idx="1"/>
            <a:endCxn id="6677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9" name="Google Shape;6739;p189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0" name="Google Shape;6740;p189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1" name="Google Shape;6741;p189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2" name="Google Shape;6742;p189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3" name="Google Shape;6743;p189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4" name="Google Shape;6744;p189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5" name="Google Shape;6745;p189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6" name="Google Shape;6746;p189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7" name="Google Shape;6747;p189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8" name="Google Shape;6748;p189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9" name="Google Shape;6749;p189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50" name="Google Shape;6750;p189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51" name="Google Shape;6751;p189"/>
          <p:cNvCxnSpPr>
            <a:stCxn id="6739" idx="0"/>
            <a:endCxn id="6743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2" name="Google Shape;6752;p189"/>
          <p:cNvCxnSpPr>
            <a:stCxn id="6739" idx="4"/>
            <a:endCxn id="6742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3" name="Google Shape;6753;p189"/>
          <p:cNvCxnSpPr>
            <a:stCxn id="6739" idx="7"/>
            <a:endCxn id="6740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4" name="Google Shape;6754;p189"/>
          <p:cNvCxnSpPr>
            <a:stCxn id="6739" idx="5"/>
            <a:endCxn id="6741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5" name="Google Shape;6755;p189"/>
          <p:cNvCxnSpPr>
            <a:stCxn id="6742" idx="6"/>
            <a:endCxn id="6750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6" name="Google Shape;6756;p189"/>
          <p:cNvCxnSpPr>
            <a:stCxn id="6741" idx="6"/>
            <a:endCxn id="6747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7" name="Google Shape;6757;p189"/>
          <p:cNvCxnSpPr>
            <a:stCxn id="6747" idx="6"/>
            <a:endCxn id="6748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8" name="Google Shape;6758;p189"/>
          <p:cNvCxnSpPr>
            <a:stCxn id="6748" idx="6"/>
            <a:endCxn id="6749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9" name="Google Shape;6759;p189"/>
          <p:cNvCxnSpPr>
            <a:stCxn id="6740" idx="6"/>
            <a:endCxn id="6745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60" name="Google Shape;6760;p189"/>
          <p:cNvCxnSpPr>
            <a:stCxn id="6745" idx="6"/>
            <a:endCxn id="6746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61" name="Google Shape;6761;p189"/>
          <p:cNvCxnSpPr>
            <a:stCxn id="6743" idx="6"/>
            <a:endCxn id="6744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62" name="Google Shape;6762;p189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3" name="Google Shape;6763;p189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4" name="Google Shape;6764;p189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5" name="Google Shape;6765;p189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6" name="Google Shape;6766;p189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7" name="Google Shape;6767;p189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8" name="Google Shape;6768;p189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9" name="Google Shape;6769;p189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0" name="Google Shape;6770;p189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1" name="Google Shape;6771;p189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2" name="Google Shape;6772;p189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73" name="Google Shape;6773;p189"/>
          <p:cNvCxnSpPr>
            <a:stCxn id="6749" idx="6"/>
            <a:endCxn id="6772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74" name="Google Shape;6774;p189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5" name="Google Shape;6775;p189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6" name="Google Shape;6776;p189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7" name="Google Shape;6777;p189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8" name="Google Shape;6778;p189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9" name="Google Shape;6779;p189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780" name="Google Shape;6780;p189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81" name="Google Shape;6781;p189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82" name="Google Shape;6782;p189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83" name="Google Shape;6783;p189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84" name="Google Shape;6784;p189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85" name="Google Shape;6785;p189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86" name="Google Shape;6786;p189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87" name="Google Shape;6787;p189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88" name="Google Shape;6788;p189"/>
          <p:cNvCxnSpPr>
            <a:stCxn id="6743" idx="3"/>
            <a:endCxn id="6739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89" name="Google Shape;6789;p189"/>
          <p:cNvCxnSpPr>
            <a:stCxn id="6740" idx="3"/>
            <a:endCxn id="6739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0" name="Google Shape;6790;p189"/>
          <p:cNvCxnSpPr>
            <a:stCxn id="6741" idx="3"/>
            <a:endCxn id="6739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1" name="Google Shape;6791;p189"/>
          <p:cNvCxnSpPr>
            <a:stCxn id="6742" idx="1"/>
            <a:endCxn id="6739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2" name="Google Shape;6792;p189"/>
          <p:cNvCxnSpPr>
            <a:stCxn id="6744" idx="3"/>
            <a:endCxn id="6740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3" name="Google Shape;6793;p189"/>
          <p:cNvCxnSpPr>
            <a:stCxn id="6745" idx="1"/>
            <a:endCxn id="6743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4" name="Google Shape;6794;p189"/>
          <p:cNvCxnSpPr>
            <a:stCxn id="6747" idx="1"/>
            <a:endCxn id="6739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5" name="Google Shape;6795;p189"/>
          <p:cNvCxnSpPr>
            <a:stCxn id="6750" idx="1"/>
            <a:endCxn id="6739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6" name="Google Shape;6796;p189"/>
          <p:cNvCxnSpPr>
            <a:endCxn id="6739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97" name="Google Shape;6797;p189"/>
          <p:cNvCxnSpPr>
            <a:stCxn id="6748" idx="1"/>
            <a:endCxn id="6740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2" name="Google Shape;6802;p190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3" name="Google Shape;6803;p190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4" name="Google Shape;6804;p190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5" name="Google Shape;6805;p190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6" name="Google Shape;6806;p190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7" name="Google Shape;6807;p190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8" name="Google Shape;6808;p190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09" name="Google Shape;6809;p190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0" name="Google Shape;6810;p190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1" name="Google Shape;6811;p190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2" name="Google Shape;6812;p190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3" name="Google Shape;6813;p190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14" name="Google Shape;6814;p190"/>
          <p:cNvCxnSpPr>
            <a:stCxn id="6802" idx="0"/>
            <a:endCxn id="6806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5" name="Google Shape;6815;p190"/>
          <p:cNvCxnSpPr>
            <a:stCxn id="6802" idx="4"/>
            <a:endCxn id="6805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6" name="Google Shape;6816;p190"/>
          <p:cNvCxnSpPr>
            <a:stCxn id="6802" idx="7"/>
            <a:endCxn id="6803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7" name="Google Shape;6817;p190"/>
          <p:cNvCxnSpPr>
            <a:stCxn id="6802" idx="5"/>
            <a:endCxn id="6804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8" name="Google Shape;6818;p190"/>
          <p:cNvCxnSpPr>
            <a:stCxn id="6805" idx="6"/>
            <a:endCxn id="6813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19" name="Google Shape;6819;p190"/>
          <p:cNvCxnSpPr>
            <a:stCxn id="6804" idx="6"/>
            <a:endCxn id="6810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0" name="Google Shape;6820;p190"/>
          <p:cNvCxnSpPr>
            <a:stCxn id="6810" idx="6"/>
            <a:endCxn id="6811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1" name="Google Shape;6821;p190"/>
          <p:cNvCxnSpPr>
            <a:stCxn id="6811" idx="6"/>
            <a:endCxn id="6812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2" name="Google Shape;6822;p190"/>
          <p:cNvCxnSpPr>
            <a:stCxn id="6803" idx="6"/>
            <a:endCxn id="6808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3" name="Google Shape;6823;p190"/>
          <p:cNvCxnSpPr>
            <a:stCxn id="6808" idx="6"/>
            <a:endCxn id="6809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4" name="Google Shape;6824;p190"/>
          <p:cNvCxnSpPr>
            <a:stCxn id="6806" idx="6"/>
            <a:endCxn id="6807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25" name="Google Shape;6825;p190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26" name="Google Shape;6826;p190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27" name="Google Shape;6827;p190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28" name="Google Shape;6828;p190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29" name="Google Shape;6829;p190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0" name="Google Shape;6830;p190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1" name="Google Shape;6831;p190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2" name="Google Shape;6832;p190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3" name="Google Shape;6833;p190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4" name="Google Shape;6834;p190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5" name="Google Shape;6835;p190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36" name="Google Shape;6836;p190"/>
          <p:cNvCxnSpPr>
            <a:stCxn id="6812" idx="6"/>
            <a:endCxn id="6835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37" name="Google Shape;6837;p190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8" name="Google Shape;6838;p190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39" name="Google Shape;6839;p190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40" name="Google Shape;6840;p190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41" name="Google Shape;6841;p190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42" name="Google Shape;6842;p190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843" name="Google Shape;6843;p190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44" name="Google Shape;6844;p190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45" name="Google Shape;6845;p190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46" name="Google Shape;6846;p190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47" name="Google Shape;6847;p190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48" name="Google Shape;6848;p190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49" name="Google Shape;6849;p190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50" name="Google Shape;6850;p190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51" name="Google Shape;6851;p190"/>
          <p:cNvCxnSpPr>
            <a:stCxn id="6806" idx="3"/>
            <a:endCxn id="6802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2" name="Google Shape;6852;p190"/>
          <p:cNvCxnSpPr>
            <a:stCxn id="6803" idx="3"/>
            <a:endCxn id="6802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3" name="Google Shape;6853;p190"/>
          <p:cNvCxnSpPr>
            <a:stCxn id="6804" idx="3"/>
            <a:endCxn id="6802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4" name="Google Shape;6854;p190"/>
          <p:cNvCxnSpPr>
            <a:stCxn id="6805" idx="1"/>
            <a:endCxn id="6802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5" name="Google Shape;6855;p190"/>
          <p:cNvCxnSpPr>
            <a:stCxn id="6807" idx="3"/>
            <a:endCxn id="6803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6" name="Google Shape;6856;p190"/>
          <p:cNvCxnSpPr>
            <a:stCxn id="6808" idx="1"/>
            <a:endCxn id="6806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7" name="Google Shape;6857;p190"/>
          <p:cNvCxnSpPr>
            <a:stCxn id="6810" idx="1"/>
            <a:endCxn id="6802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8" name="Google Shape;6858;p190"/>
          <p:cNvCxnSpPr>
            <a:stCxn id="6813" idx="1"/>
            <a:endCxn id="6802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9" name="Google Shape;6859;p190"/>
          <p:cNvCxnSpPr>
            <a:endCxn id="6802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60" name="Google Shape;6860;p190"/>
          <p:cNvCxnSpPr>
            <a:stCxn id="6811" idx="1"/>
            <a:endCxn id="6803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5" name="Google Shape;6865;p191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6" name="Google Shape;6866;p191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7" name="Google Shape;6867;p191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8" name="Google Shape;6868;p191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9" name="Google Shape;6869;p191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0" name="Google Shape;6870;p191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1" name="Google Shape;6871;p191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2" name="Google Shape;6872;p191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3" name="Google Shape;6873;p191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4" name="Google Shape;6874;p191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5" name="Google Shape;6875;p191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6" name="Google Shape;6876;p191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77" name="Google Shape;6877;p191"/>
          <p:cNvCxnSpPr>
            <a:stCxn id="6865" idx="0"/>
            <a:endCxn id="6869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78" name="Google Shape;6878;p191"/>
          <p:cNvCxnSpPr>
            <a:stCxn id="6865" idx="4"/>
            <a:endCxn id="6868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79" name="Google Shape;6879;p191"/>
          <p:cNvCxnSpPr>
            <a:stCxn id="6865" idx="7"/>
            <a:endCxn id="6866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0" name="Google Shape;6880;p191"/>
          <p:cNvCxnSpPr>
            <a:stCxn id="6865" idx="5"/>
            <a:endCxn id="6867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1" name="Google Shape;6881;p191"/>
          <p:cNvCxnSpPr>
            <a:stCxn id="6868" idx="6"/>
            <a:endCxn id="6876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2" name="Google Shape;6882;p191"/>
          <p:cNvCxnSpPr>
            <a:stCxn id="6867" idx="6"/>
            <a:endCxn id="6873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3" name="Google Shape;6883;p191"/>
          <p:cNvCxnSpPr>
            <a:stCxn id="6873" idx="6"/>
            <a:endCxn id="6874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4" name="Google Shape;6884;p191"/>
          <p:cNvCxnSpPr>
            <a:stCxn id="6874" idx="6"/>
            <a:endCxn id="6875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5" name="Google Shape;6885;p191"/>
          <p:cNvCxnSpPr>
            <a:stCxn id="6866" idx="6"/>
            <a:endCxn id="6871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6" name="Google Shape;6886;p191"/>
          <p:cNvCxnSpPr>
            <a:stCxn id="6871" idx="6"/>
            <a:endCxn id="6872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87" name="Google Shape;6887;p191"/>
          <p:cNvCxnSpPr>
            <a:stCxn id="6869" idx="6"/>
            <a:endCxn id="6870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88" name="Google Shape;6888;p191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89" name="Google Shape;6889;p191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0" name="Google Shape;6890;p191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1" name="Google Shape;6891;p191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2" name="Google Shape;6892;p191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3" name="Google Shape;6893;p191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4" name="Google Shape;6894;p191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5" name="Google Shape;6895;p191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6" name="Google Shape;6896;p191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7" name="Google Shape;6897;p191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8" name="Google Shape;6898;p191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99" name="Google Shape;6899;p191"/>
          <p:cNvCxnSpPr>
            <a:stCxn id="6875" idx="6"/>
            <a:endCxn id="6898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00" name="Google Shape;6900;p191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1" name="Google Shape;6901;p191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2" name="Google Shape;6902;p191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3" name="Google Shape;6903;p191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4" name="Google Shape;6904;p191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5" name="Google Shape;6905;p191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906" name="Google Shape;6906;p191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07" name="Google Shape;6907;p191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08" name="Google Shape;6908;p191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09" name="Google Shape;6909;p191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10" name="Google Shape;6910;p191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11" name="Google Shape;6911;p191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12" name="Google Shape;6912;p191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13" name="Google Shape;6913;p191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14" name="Google Shape;6914;p191"/>
          <p:cNvCxnSpPr>
            <a:stCxn id="6869" idx="3"/>
            <a:endCxn id="6865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15" name="Google Shape;6915;p191"/>
          <p:cNvCxnSpPr>
            <a:stCxn id="6866" idx="3"/>
            <a:endCxn id="6865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16" name="Google Shape;6916;p191"/>
          <p:cNvCxnSpPr>
            <a:stCxn id="6867" idx="3"/>
            <a:endCxn id="6865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17" name="Google Shape;6917;p191"/>
          <p:cNvCxnSpPr>
            <a:stCxn id="6868" idx="1"/>
            <a:endCxn id="6865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18" name="Google Shape;6918;p191"/>
          <p:cNvCxnSpPr>
            <a:stCxn id="6870" idx="3"/>
            <a:endCxn id="6866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19" name="Google Shape;6919;p191"/>
          <p:cNvCxnSpPr>
            <a:stCxn id="6871" idx="1"/>
            <a:endCxn id="6869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20" name="Google Shape;6920;p191"/>
          <p:cNvCxnSpPr>
            <a:stCxn id="6873" idx="1"/>
            <a:endCxn id="6865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21" name="Google Shape;6921;p191"/>
          <p:cNvCxnSpPr>
            <a:stCxn id="6876" idx="1"/>
            <a:endCxn id="6865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22" name="Google Shape;6922;p191"/>
          <p:cNvCxnSpPr>
            <a:endCxn id="6865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23" name="Google Shape;6923;p191"/>
          <p:cNvCxnSpPr>
            <a:stCxn id="6874" idx="1"/>
            <a:endCxn id="6866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8" name="Google Shape;6928;p192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29" name="Google Shape;6929;p192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0" name="Google Shape;6930;p192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1" name="Google Shape;6931;p192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2" name="Google Shape;6932;p192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3" name="Google Shape;6933;p192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4" name="Google Shape;6934;p192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5" name="Google Shape;6935;p192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6" name="Google Shape;6936;p192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7" name="Google Shape;6937;p192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8" name="Google Shape;6938;p192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9" name="Google Shape;6939;p192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40" name="Google Shape;6940;p192"/>
          <p:cNvCxnSpPr>
            <a:stCxn id="6928" idx="0"/>
            <a:endCxn id="6932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1" name="Google Shape;6941;p192"/>
          <p:cNvCxnSpPr>
            <a:stCxn id="6928" idx="4"/>
            <a:endCxn id="6931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2" name="Google Shape;6942;p192"/>
          <p:cNvCxnSpPr>
            <a:stCxn id="6928" idx="7"/>
            <a:endCxn id="6929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3" name="Google Shape;6943;p192"/>
          <p:cNvCxnSpPr>
            <a:stCxn id="6928" idx="5"/>
            <a:endCxn id="6930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4" name="Google Shape;6944;p192"/>
          <p:cNvCxnSpPr>
            <a:stCxn id="6931" idx="6"/>
            <a:endCxn id="6939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5" name="Google Shape;6945;p192"/>
          <p:cNvCxnSpPr>
            <a:stCxn id="6930" idx="6"/>
            <a:endCxn id="6936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6" name="Google Shape;6946;p192"/>
          <p:cNvCxnSpPr>
            <a:stCxn id="6936" idx="6"/>
            <a:endCxn id="6937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7" name="Google Shape;6947;p192"/>
          <p:cNvCxnSpPr>
            <a:stCxn id="6937" idx="6"/>
            <a:endCxn id="6938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8" name="Google Shape;6948;p192"/>
          <p:cNvCxnSpPr>
            <a:stCxn id="6929" idx="6"/>
            <a:endCxn id="6934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9" name="Google Shape;6949;p192"/>
          <p:cNvCxnSpPr>
            <a:stCxn id="6934" idx="6"/>
            <a:endCxn id="6935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50" name="Google Shape;6950;p192"/>
          <p:cNvCxnSpPr>
            <a:stCxn id="6932" idx="6"/>
            <a:endCxn id="6933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51" name="Google Shape;6951;p192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2" name="Google Shape;6952;p192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3" name="Google Shape;6953;p192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4" name="Google Shape;6954;p192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5" name="Google Shape;6955;p192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6" name="Google Shape;6956;p192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7" name="Google Shape;6957;p192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8" name="Google Shape;6958;p192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9" name="Google Shape;6959;p192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0" name="Google Shape;6960;p192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1" name="Google Shape;6961;p192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62" name="Google Shape;6962;p192"/>
          <p:cNvCxnSpPr>
            <a:stCxn id="6938" idx="6"/>
            <a:endCxn id="6961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63" name="Google Shape;6963;p192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4" name="Google Shape;6964;p192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5" name="Google Shape;6965;p192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6" name="Google Shape;6966;p192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7" name="Google Shape;6967;p192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8" name="Google Shape;6968;p192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969" name="Google Shape;6969;p192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70" name="Google Shape;6970;p192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1" name="Google Shape;6971;p192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72" name="Google Shape;6972;p192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3" name="Google Shape;6973;p192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4" name="Google Shape;6974;p192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75" name="Google Shape;6975;p192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76" name="Google Shape;6976;p192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77" name="Google Shape;6977;p192"/>
          <p:cNvCxnSpPr>
            <a:stCxn id="6932" idx="3"/>
            <a:endCxn id="6928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78" name="Google Shape;6978;p192"/>
          <p:cNvCxnSpPr>
            <a:stCxn id="6929" idx="3"/>
            <a:endCxn id="6928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79" name="Google Shape;6979;p192"/>
          <p:cNvCxnSpPr>
            <a:stCxn id="6930" idx="3"/>
            <a:endCxn id="6928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0" name="Google Shape;6980;p192"/>
          <p:cNvCxnSpPr>
            <a:stCxn id="6931" idx="1"/>
            <a:endCxn id="6928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1" name="Google Shape;6981;p192"/>
          <p:cNvCxnSpPr>
            <a:stCxn id="6933" idx="3"/>
            <a:endCxn id="6929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2" name="Google Shape;6982;p192"/>
          <p:cNvCxnSpPr>
            <a:stCxn id="6934" idx="1"/>
            <a:endCxn id="6932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3" name="Google Shape;6983;p192"/>
          <p:cNvCxnSpPr>
            <a:stCxn id="6936" idx="1"/>
            <a:endCxn id="6928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4" name="Google Shape;6984;p192"/>
          <p:cNvCxnSpPr>
            <a:stCxn id="6939" idx="1"/>
            <a:endCxn id="6928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5" name="Google Shape;6985;p192"/>
          <p:cNvCxnSpPr>
            <a:endCxn id="6928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6" name="Google Shape;6986;p192"/>
          <p:cNvCxnSpPr>
            <a:stCxn id="6937" idx="1"/>
            <a:endCxn id="6929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1" name="Google Shape;6991;p193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2" name="Google Shape;6992;p193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3" name="Google Shape;6993;p193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4" name="Google Shape;6994;p193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5" name="Google Shape;6995;p193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6" name="Google Shape;6996;p193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7" name="Google Shape;6997;p193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8" name="Google Shape;6998;p193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9" name="Google Shape;6999;p193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0" name="Google Shape;7000;p193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1" name="Google Shape;7001;p193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2" name="Google Shape;7002;p193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03" name="Google Shape;7003;p193"/>
          <p:cNvCxnSpPr>
            <a:stCxn id="6991" idx="0"/>
            <a:endCxn id="699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4" name="Google Shape;7004;p193"/>
          <p:cNvCxnSpPr>
            <a:stCxn id="6991" idx="4"/>
            <a:endCxn id="699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5" name="Google Shape;7005;p193"/>
          <p:cNvCxnSpPr>
            <a:stCxn id="6991" idx="7"/>
            <a:endCxn id="699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6" name="Google Shape;7006;p193"/>
          <p:cNvCxnSpPr>
            <a:stCxn id="6991" idx="5"/>
            <a:endCxn id="699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7" name="Google Shape;7007;p193"/>
          <p:cNvCxnSpPr>
            <a:stCxn id="6994" idx="6"/>
            <a:endCxn id="700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8" name="Google Shape;7008;p193"/>
          <p:cNvCxnSpPr>
            <a:stCxn id="6993" idx="6"/>
            <a:endCxn id="699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9" name="Google Shape;7009;p193"/>
          <p:cNvCxnSpPr>
            <a:stCxn id="6999" idx="6"/>
            <a:endCxn id="700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0" name="Google Shape;7010;p193"/>
          <p:cNvCxnSpPr>
            <a:stCxn id="7000" idx="6"/>
            <a:endCxn id="700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1" name="Google Shape;7011;p193"/>
          <p:cNvCxnSpPr>
            <a:stCxn id="6992" idx="6"/>
            <a:endCxn id="699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2" name="Google Shape;7012;p193"/>
          <p:cNvCxnSpPr>
            <a:stCxn id="6997" idx="6"/>
            <a:endCxn id="699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3" name="Google Shape;7013;p193"/>
          <p:cNvCxnSpPr>
            <a:stCxn id="6995" idx="6"/>
            <a:endCxn id="699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14" name="Google Shape;7014;p193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5" name="Google Shape;7015;p193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6" name="Google Shape;7016;p193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7" name="Google Shape;7017;p193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8" name="Google Shape;7018;p193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9" name="Google Shape;7019;p193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0" name="Google Shape;7020;p193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1" name="Google Shape;7021;p193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2" name="Google Shape;7022;p193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3" name="Google Shape;7023;p193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4" name="Google Shape;7024;p193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25" name="Google Shape;7025;p193"/>
          <p:cNvCxnSpPr>
            <a:stCxn id="7001" idx="6"/>
            <a:endCxn id="702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26" name="Google Shape;7026;p193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7" name="Google Shape;7027;p193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8" name="Google Shape;7028;p193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9" name="Google Shape;7029;p193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0" name="Google Shape;7030;p193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1" name="Google Shape;7031;p193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032" name="Google Shape;7032;p193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33" name="Google Shape;7033;p193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4" name="Google Shape;7034;p193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35" name="Google Shape;7035;p193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6" name="Google Shape;7036;p193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7" name="Google Shape;7037;p193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8" name="Google Shape;7038;p193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39" name="Google Shape;7039;p193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40" name="Google Shape;7040;p193"/>
          <p:cNvCxnSpPr>
            <a:stCxn id="6995" idx="3"/>
            <a:endCxn id="699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1" name="Google Shape;7041;p193"/>
          <p:cNvCxnSpPr>
            <a:stCxn id="6992" idx="3"/>
            <a:endCxn id="699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2" name="Google Shape;7042;p193"/>
          <p:cNvCxnSpPr>
            <a:stCxn id="6993" idx="3"/>
            <a:endCxn id="699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3" name="Google Shape;7043;p193"/>
          <p:cNvCxnSpPr>
            <a:stCxn id="6994" idx="1"/>
            <a:endCxn id="699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4" name="Google Shape;7044;p193"/>
          <p:cNvCxnSpPr>
            <a:stCxn id="6996" idx="3"/>
            <a:endCxn id="699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5" name="Google Shape;7045;p193"/>
          <p:cNvCxnSpPr>
            <a:stCxn id="6997" idx="1"/>
            <a:endCxn id="699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6" name="Google Shape;7046;p193"/>
          <p:cNvCxnSpPr>
            <a:stCxn id="6999" idx="1"/>
            <a:endCxn id="699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7" name="Google Shape;7047;p193"/>
          <p:cNvCxnSpPr>
            <a:stCxn id="7002" idx="1"/>
            <a:endCxn id="6991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8" name="Google Shape;7048;p193"/>
          <p:cNvCxnSpPr>
            <a:endCxn id="6991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9" name="Google Shape;7049;p193"/>
          <p:cNvCxnSpPr>
            <a:stCxn id="7000" idx="1"/>
            <a:endCxn id="6992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50" name="Google Shape;7050;p193"/>
          <p:cNvCxnSpPr>
            <a:stCxn id="7001" idx="1"/>
            <a:endCxn id="6997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" name="Google Shape;7055;p194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6" name="Google Shape;7056;p194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7" name="Google Shape;7057;p194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8" name="Google Shape;7058;p194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9" name="Google Shape;7059;p194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0" name="Google Shape;7060;p194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1" name="Google Shape;7061;p194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2" name="Google Shape;7062;p194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3" name="Google Shape;7063;p194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4" name="Google Shape;7064;p194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5" name="Google Shape;7065;p194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6" name="Google Shape;7066;p194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67" name="Google Shape;7067;p194"/>
          <p:cNvCxnSpPr>
            <a:stCxn id="7055" idx="0"/>
            <a:endCxn id="7059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68" name="Google Shape;7068;p194"/>
          <p:cNvCxnSpPr>
            <a:stCxn id="7055" idx="4"/>
            <a:endCxn id="7058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69" name="Google Shape;7069;p194"/>
          <p:cNvCxnSpPr>
            <a:stCxn id="7055" idx="7"/>
            <a:endCxn id="7056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0" name="Google Shape;7070;p194"/>
          <p:cNvCxnSpPr>
            <a:stCxn id="7055" idx="5"/>
            <a:endCxn id="7057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1" name="Google Shape;7071;p194"/>
          <p:cNvCxnSpPr>
            <a:stCxn id="7058" idx="6"/>
            <a:endCxn id="7066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2" name="Google Shape;7072;p194"/>
          <p:cNvCxnSpPr>
            <a:stCxn id="7057" idx="6"/>
            <a:endCxn id="7063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3" name="Google Shape;7073;p194"/>
          <p:cNvCxnSpPr>
            <a:stCxn id="7063" idx="6"/>
            <a:endCxn id="7064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4" name="Google Shape;7074;p194"/>
          <p:cNvCxnSpPr>
            <a:stCxn id="7064" idx="6"/>
            <a:endCxn id="7065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5" name="Google Shape;7075;p194"/>
          <p:cNvCxnSpPr>
            <a:stCxn id="7056" idx="6"/>
            <a:endCxn id="7061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6" name="Google Shape;7076;p194"/>
          <p:cNvCxnSpPr>
            <a:stCxn id="7061" idx="6"/>
            <a:endCxn id="7062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7" name="Google Shape;7077;p194"/>
          <p:cNvCxnSpPr>
            <a:stCxn id="7059" idx="6"/>
            <a:endCxn id="7060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78" name="Google Shape;7078;p194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79" name="Google Shape;7079;p194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0" name="Google Shape;7080;p194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1" name="Google Shape;7081;p194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2" name="Google Shape;7082;p194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3" name="Google Shape;7083;p194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4" name="Google Shape;7084;p194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5" name="Google Shape;7085;p194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6" name="Google Shape;7086;p194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7" name="Google Shape;7087;p194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8" name="Google Shape;7088;p194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89" name="Google Shape;7089;p194"/>
          <p:cNvCxnSpPr>
            <a:stCxn id="7065" idx="6"/>
            <a:endCxn id="7088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90" name="Google Shape;7090;p194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91" name="Google Shape;7091;p194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92" name="Google Shape;7092;p194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93" name="Google Shape;7093;p194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94" name="Google Shape;7094;p194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95" name="Google Shape;7095;p194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096" name="Google Shape;7096;p194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97" name="Google Shape;7097;p194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98" name="Google Shape;7098;p194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99" name="Google Shape;7099;p194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00" name="Google Shape;7100;p194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01" name="Google Shape;7101;p194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02" name="Google Shape;7102;p194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03" name="Google Shape;7103;p194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04" name="Google Shape;7104;p194"/>
          <p:cNvCxnSpPr>
            <a:stCxn id="7059" idx="3"/>
            <a:endCxn id="7055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5" name="Google Shape;7105;p194"/>
          <p:cNvCxnSpPr>
            <a:stCxn id="7056" idx="3"/>
            <a:endCxn id="7055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6" name="Google Shape;7106;p194"/>
          <p:cNvCxnSpPr>
            <a:stCxn id="7057" idx="3"/>
            <a:endCxn id="7055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7" name="Google Shape;7107;p194"/>
          <p:cNvCxnSpPr>
            <a:stCxn id="7058" idx="1"/>
            <a:endCxn id="7055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8" name="Google Shape;7108;p194"/>
          <p:cNvCxnSpPr>
            <a:stCxn id="7060" idx="3"/>
            <a:endCxn id="7056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9" name="Google Shape;7109;p194"/>
          <p:cNvCxnSpPr>
            <a:stCxn id="7061" idx="1"/>
            <a:endCxn id="7059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0" name="Google Shape;7110;p194"/>
          <p:cNvCxnSpPr>
            <a:stCxn id="7063" idx="1"/>
            <a:endCxn id="7055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1" name="Google Shape;7111;p194"/>
          <p:cNvCxnSpPr>
            <a:stCxn id="7066" idx="1"/>
            <a:endCxn id="7055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2" name="Google Shape;7112;p194"/>
          <p:cNvCxnSpPr>
            <a:endCxn id="7055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3" name="Google Shape;7113;p194"/>
          <p:cNvCxnSpPr>
            <a:stCxn id="7064" idx="1"/>
            <a:endCxn id="7056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14" name="Google Shape;7114;p194"/>
          <p:cNvCxnSpPr>
            <a:stCxn id="7065" idx="1"/>
            <a:endCxn id="7061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9" name="Google Shape;7119;p195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0" name="Google Shape;7120;p195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1" name="Google Shape;7121;p195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2" name="Google Shape;7122;p195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3" name="Google Shape;7123;p195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4" name="Google Shape;7124;p195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5" name="Google Shape;7125;p195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6" name="Google Shape;7126;p195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7" name="Google Shape;7127;p195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8" name="Google Shape;7128;p195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9" name="Google Shape;7129;p195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30" name="Google Shape;7130;p195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31" name="Google Shape;7131;p195"/>
          <p:cNvCxnSpPr>
            <a:stCxn id="7119" idx="0"/>
            <a:endCxn id="7123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2" name="Google Shape;7132;p195"/>
          <p:cNvCxnSpPr>
            <a:stCxn id="7119" idx="4"/>
            <a:endCxn id="7122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3" name="Google Shape;7133;p195"/>
          <p:cNvCxnSpPr>
            <a:stCxn id="7119" idx="7"/>
            <a:endCxn id="7120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4" name="Google Shape;7134;p195"/>
          <p:cNvCxnSpPr>
            <a:stCxn id="7119" idx="5"/>
            <a:endCxn id="7121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5" name="Google Shape;7135;p195"/>
          <p:cNvCxnSpPr>
            <a:stCxn id="7122" idx="6"/>
            <a:endCxn id="7130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6" name="Google Shape;7136;p195"/>
          <p:cNvCxnSpPr>
            <a:stCxn id="7121" idx="6"/>
            <a:endCxn id="7127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7" name="Google Shape;7137;p195"/>
          <p:cNvCxnSpPr>
            <a:stCxn id="7127" idx="6"/>
            <a:endCxn id="7128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8" name="Google Shape;7138;p195"/>
          <p:cNvCxnSpPr>
            <a:stCxn id="7128" idx="6"/>
            <a:endCxn id="7129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39" name="Google Shape;7139;p195"/>
          <p:cNvCxnSpPr>
            <a:stCxn id="7120" idx="6"/>
            <a:endCxn id="7125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0" name="Google Shape;7140;p195"/>
          <p:cNvCxnSpPr>
            <a:stCxn id="7125" idx="6"/>
            <a:endCxn id="7126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1" name="Google Shape;7141;p195"/>
          <p:cNvCxnSpPr>
            <a:stCxn id="7123" idx="6"/>
            <a:endCxn id="7124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42" name="Google Shape;7142;p195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3" name="Google Shape;7143;p195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4" name="Google Shape;7144;p195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5" name="Google Shape;7145;p195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6" name="Google Shape;7146;p195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7" name="Google Shape;7147;p195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8" name="Google Shape;7148;p195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9" name="Google Shape;7149;p195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0" name="Google Shape;7150;p195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1" name="Google Shape;7151;p195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2" name="Google Shape;7152;p195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53" name="Google Shape;7153;p195"/>
          <p:cNvCxnSpPr>
            <a:stCxn id="7129" idx="6"/>
            <a:endCxn id="7152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54" name="Google Shape;7154;p195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5" name="Google Shape;7155;p195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6" name="Google Shape;7156;p195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7" name="Google Shape;7157;p195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8" name="Google Shape;7158;p195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9" name="Google Shape;7159;p195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160" name="Google Shape;7160;p195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61" name="Google Shape;7161;p195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62" name="Google Shape;7162;p195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63" name="Google Shape;7163;p195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64" name="Google Shape;7164;p195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65" name="Google Shape;7165;p195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66" name="Google Shape;7166;p195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67" name="Google Shape;7167;p195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68" name="Google Shape;7168;p195"/>
          <p:cNvCxnSpPr>
            <a:stCxn id="7123" idx="3"/>
            <a:endCxn id="7119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69" name="Google Shape;7169;p195"/>
          <p:cNvCxnSpPr>
            <a:stCxn id="7120" idx="3"/>
            <a:endCxn id="7119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0" name="Google Shape;7170;p195"/>
          <p:cNvCxnSpPr>
            <a:stCxn id="7121" idx="3"/>
            <a:endCxn id="7119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1" name="Google Shape;7171;p195"/>
          <p:cNvCxnSpPr>
            <a:stCxn id="7122" idx="1"/>
            <a:endCxn id="7119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2" name="Google Shape;7172;p195"/>
          <p:cNvCxnSpPr>
            <a:stCxn id="7124" idx="3"/>
            <a:endCxn id="7120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3" name="Google Shape;7173;p195"/>
          <p:cNvCxnSpPr>
            <a:stCxn id="7125" idx="1"/>
            <a:endCxn id="7123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4" name="Google Shape;7174;p195"/>
          <p:cNvCxnSpPr>
            <a:stCxn id="7127" idx="1"/>
            <a:endCxn id="7119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5" name="Google Shape;7175;p195"/>
          <p:cNvCxnSpPr>
            <a:stCxn id="7130" idx="1"/>
            <a:endCxn id="7119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6" name="Google Shape;7176;p195"/>
          <p:cNvCxnSpPr>
            <a:endCxn id="7119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7" name="Google Shape;7177;p195"/>
          <p:cNvCxnSpPr>
            <a:stCxn id="7128" idx="1"/>
            <a:endCxn id="7120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8" name="Google Shape;7178;p195"/>
          <p:cNvCxnSpPr>
            <a:stCxn id="7129" idx="1"/>
            <a:endCxn id="7125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3" name="Google Shape;7183;p196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4" name="Google Shape;7184;p196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5" name="Google Shape;7185;p196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6" name="Google Shape;7186;p196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7" name="Google Shape;7187;p196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8" name="Google Shape;7188;p196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9" name="Google Shape;7189;p196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0" name="Google Shape;7190;p196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1" name="Google Shape;7191;p196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2" name="Google Shape;7192;p196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3" name="Google Shape;7193;p196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4" name="Google Shape;7194;p196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95" name="Google Shape;7195;p196"/>
          <p:cNvCxnSpPr>
            <a:stCxn id="7183" idx="0"/>
            <a:endCxn id="7187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6" name="Google Shape;7196;p196"/>
          <p:cNvCxnSpPr>
            <a:stCxn id="7183" idx="4"/>
            <a:endCxn id="7186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7" name="Google Shape;7197;p196"/>
          <p:cNvCxnSpPr>
            <a:stCxn id="7183" idx="7"/>
            <a:endCxn id="7184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8" name="Google Shape;7198;p196"/>
          <p:cNvCxnSpPr>
            <a:stCxn id="7183" idx="5"/>
            <a:endCxn id="7185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9" name="Google Shape;7199;p196"/>
          <p:cNvCxnSpPr>
            <a:stCxn id="7186" idx="6"/>
            <a:endCxn id="7194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0" name="Google Shape;7200;p196"/>
          <p:cNvCxnSpPr>
            <a:stCxn id="7185" idx="6"/>
            <a:endCxn id="7191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1" name="Google Shape;7201;p196"/>
          <p:cNvCxnSpPr>
            <a:stCxn id="7191" idx="6"/>
            <a:endCxn id="7192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2" name="Google Shape;7202;p196"/>
          <p:cNvCxnSpPr>
            <a:stCxn id="7192" idx="6"/>
            <a:endCxn id="7193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3" name="Google Shape;7203;p196"/>
          <p:cNvCxnSpPr>
            <a:stCxn id="7184" idx="6"/>
            <a:endCxn id="7189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4" name="Google Shape;7204;p196"/>
          <p:cNvCxnSpPr>
            <a:stCxn id="7189" idx="6"/>
            <a:endCxn id="7190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5" name="Google Shape;7205;p196"/>
          <p:cNvCxnSpPr>
            <a:stCxn id="7187" idx="6"/>
            <a:endCxn id="7188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06" name="Google Shape;7206;p196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7" name="Google Shape;7207;p196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8" name="Google Shape;7208;p196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9" name="Google Shape;7209;p196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0" name="Google Shape;7210;p196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1" name="Google Shape;7211;p196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2" name="Google Shape;7212;p196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3" name="Google Shape;7213;p196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4" name="Google Shape;7214;p196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5" name="Google Shape;7215;p196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6" name="Google Shape;7216;p196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17" name="Google Shape;7217;p196"/>
          <p:cNvCxnSpPr>
            <a:stCxn id="7193" idx="6"/>
            <a:endCxn id="7216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18" name="Google Shape;7218;p196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9" name="Google Shape;7219;p196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0" name="Google Shape;7220;p196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1" name="Google Shape;7221;p196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2" name="Google Shape;7222;p196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3" name="Google Shape;7223;p196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224" name="Google Shape;7224;p196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25" name="Google Shape;7225;p196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26" name="Google Shape;7226;p196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27" name="Google Shape;7227;p196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28" name="Google Shape;7228;p196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29" name="Google Shape;7229;p196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30" name="Google Shape;7230;p196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31" name="Google Shape;7231;p196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32" name="Google Shape;7232;p196"/>
          <p:cNvCxnSpPr>
            <a:stCxn id="7187" idx="3"/>
            <a:endCxn id="7183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3" name="Google Shape;7233;p196"/>
          <p:cNvCxnSpPr>
            <a:stCxn id="7184" idx="3"/>
            <a:endCxn id="7183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4" name="Google Shape;7234;p196"/>
          <p:cNvCxnSpPr>
            <a:stCxn id="7185" idx="3"/>
            <a:endCxn id="7183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5" name="Google Shape;7235;p196"/>
          <p:cNvCxnSpPr>
            <a:stCxn id="7186" idx="1"/>
            <a:endCxn id="7183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6" name="Google Shape;7236;p196"/>
          <p:cNvCxnSpPr>
            <a:stCxn id="7188" idx="3"/>
            <a:endCxn id="7184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7" name="Google Shape;7237;p196"/>
          <p:cNvCxnSpPr>
            <a:stCxn id="7189" idx="1"/>
            <a:endCxn id="7187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8" name="Google Shape;7238;p196"/>
          <p:cNvCxnSpPr>
            <a:stCxn id="7191" idx="1"/>
            <a:endCxn id="7183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9" name="Google Shape;7239;p196"/>
          <p:cNvCxnSpPr>
            <a:stCxn id="7194" idx="1"/>
            <a:endCxn id="7183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40" name="Google Shape;7240;p196"/>
          <p:cNvCxnSpPr>
            <a:endCxn id="7183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41" name="Google Shape;7241;p196"/>
          <p:cNvCxnSpPr>
            <a:stCxn id="7192" idx="1"/>
            <a:endCxn id="7184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42" name="Google Shape;7242;p196"/>
          <p:cNvCxnSpPr>
            <a:stCxn id="7193" idx="1"/>
            <a:endCxn id="7189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7" name="Google Shape;7247;p197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48" name="Google Shape;7248;p197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49" name="Google Shape;7249;p197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0" name="Google Shape;7250;p197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1" name="Google Shape;7251;p197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2" name="Google Shape;7252;p197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3" name="Google Shape;7253;p197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4" name="Google Shape;7254;p197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5" name="Google Shape;7255;p197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6" name="Google Shape;7256;p197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7" name="Google Shape;7257;p197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8" name="Google Shape;7258;p197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59" name="Google Shape;7259;p197"/>
          <p:cNvCxnSpPr>
            <a:stCxn id="7247" idx="0"/>
            <a:endCxn id="7251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0" name="Google Shape;7260;p197"/>
          <p:cNvCxnSpPr>
            <a:stCxn id="7247" idx="4"/>
            <a:endCxn id="7250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1" name="Google Shape;7261;p197"/>
          <p:cNvCxnSpPr>
            <a:stCxn id="7247" idx="7"/>
            <a:endCxn id="7248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2" name="Google Shape;7262;p197"/>
          <p:cNvCxnSpPr>
            <a:stCxn id="7247" idx="5"/>
            <a:endCxn id="7249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3" name="Google Shape;7263;p197"/>
          <p:cNvCxnSpPr>
            <a:stCxn id="7250" idx="6"/>
            <a:endCxn id="7258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4" name="Google Shape;7264;p197"/>
          <p:cNvCxnSpPr>
            <a:stCxn id="7249" idx="6"/>
            <a:endCxn id="7255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5" name="Google Shape;7265;p197"/>
          <p:cNvCxnSpPr>
            <a:stCxn id="7255" idx="6"/>
            <a:endCxn id="7256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6" name="Google Shape;7266;p197"/>
          <p:cNvCxnSpPr>
            <a:stCxn id="7256" idx="6"/>
            <a:endCxn id="7257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7" name="Google Shape;7267;p197"/>
          <p:cNvCxnSpPr>
            <a:stCxn id="7248" idx="6"/>
            <a:endCxn id="7253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8" name="Google Shape;7268;p197"/>
          <p:cNvCxnSpPr>
            <a:stCxn id="7253" idx="6"/>
            <a:endCxn id="7254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69" name="Google Shape;7269;p197"/>
          <p:cNvCxnSpPr>
            <a:stCxn id="7251" idx="6"/>
            <a:endCxn id="7252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70" name="Google Shape;7270;p197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1" name="Google Shape;7271;p197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2" name="Google Shape;7272;p197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3" name="Google Shape;7273;p197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4" name="Google Shape;7274;p197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5" name="Google Shape;7275;p197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6" name="Google Shape;7276;p197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7" name="Google Shape;7277;p197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8" name="Google Shape;7278;p197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79" name="Google Shape;7279;p197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0" name="Google Shape;7280;p197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81" name="Google Shape;7281;p197"/>
          <p:cNvCxnSpPr>
            <a:stCxn id="7257" idx="6"/>
            <a:endCxn id="7280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82" name="Google Shape;7282;p197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3" name="Google Shape;7283;p197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4" name="Google Shape;7284;p197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5" name="Google Shape;7285;p197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6" name="Google Shape;7286;p197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7" name="Google Shape;7287;p197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288" name="Google Shape;7288;p197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89" name="Google Shape;7289;p197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90" name="Google Shape;7290;p197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91" name="Google Shape;7291;p197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92" name="Google Shape;7292;p197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93" name="Google Shape;7293;p197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94" name="Google Shape;7294;p197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95" name="Google Shape;7295;p197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96" name="Google Shape;7296;p197"/>
          <p:cNvCxnSpPr>
            <a:stCxn id="7251" idx="3"/>
            <a:endCxn id="7247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97" name="Google Shape;7297;p197"/>
          <p:cNvCxnSpPr>
            <a:stCxn id="7248" idx="3"/>
            <a:endCxn id="7247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98" name="Google Shape;7298;p197"/>
          <p:cNvCxnSpPr>
            <a:stCxn id="7249" idx="3"/>
            <a:endCxn id="7247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99" name="Google Shape;7299;p197"/>
          <p:cNvCxnSpPr>
            <a:stCxn id="7250" idx="1"/>
            <a:endCxn id="7247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0" name="Google Shape;7300;p197"/>
          <p:cNvCxnSpPr>
            <a:stCxn id="7252" idx="3"/>
            <a:endCxn id="7248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1" name="Google Shape;7301;p197"/>
          <p:cNvCxnSpPr>
            <a:stCxn id="7253" idx="1"/>
            <a:endCxn id="7251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2" name="Google Shape;7302;p197"/>
          <p:cNvCxnSpPr>
            <a:stCxn id="7255" idx="1"/>
            <a:endCxn id="7247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3" name="Google Shape;7303;p197"/>
          <p:cNvCxnSpPr>
            <a:stCxn id="7258" idx="1"/>
            <a:endCxn id="7247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4" name="Google Shape;7304;p197"/>
          <p:cNvCxnSpPr>
            <a:endCxn id="7247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5" name="Google Shape;7305;p197"/>
          <p:cNvCxnSpPr>
            <a:stCxn id="7256" idx="1"/>
            <a:endCxn id="7248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6" name="Google Shape;7306;p197"/>
          <p:cNvCxnSpPr>
            <a:stCxn id="7257" idx="1"/>
            <a:endCxn id="7253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" name="Google Shape;7311;p198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2" name="Google Shape;7312;p198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3" name="Google Shape;7313;p198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4" name="Google Shape;7314;p198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5" name="Google Shape;7315;p198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6" name="Google Shape;7316;p198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7" name="Google Shape;7317;p198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8" name="Google Shape;7318;p198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9" name="Google Shape;7319;p198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20" name="Google Shape;7320;p198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21" name="Google Shape;7321;p198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22" name="Google Shape;7322;p198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23" name="Google Shape;7323;p198"/>
          <p:cNvCxnSpPr>
            <a:stCxn id="7311" idx="0"/>
            <a:endCxn id="7315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4" name="Google Shape;7324;p198"/>
          <p:cNvCxnSpPr>
            <a:stCxn id="7311" idx="4"/>
            <a:endCxn id="7314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5" name="Google Shape;7325;p198"/>
          <p:cNvCxnSpPr>
            <a:stCxn id="7311" idx="7"/>
            <a:endCxn id="7312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6" name="Google Shape;7326;p198"/>
          <p:cNvCxnSpPr>
            <a:stCxn id="7311" idx="5"/>
            <a:endCxn id="7313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7" name="Google Shape;7327;p198"/>
          <p:cNvCxnSpPr>
            <a:stCxn id="7314" idx="6"/>
            <a:endCxn id="7322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8" name="Google Shape;7328;p198"/>
          <p:cNvCxnSpPr>
            <a:stCxn id="7313" idx="6"/>
            <a:endCxn id="7319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9" name="Google Shape;7329;p198"/>
          <p:cNvCxnSpPr>
            <a:stCxn id="7319" idx="6"/>
            <a:endCxn id="7320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0" name="Google Shape;7330;p198"/>
          <p:cNvCxnSpPr>
            <a:stCxn id="7320" idx="6"/>
            <a:endCxn id="7321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1" name="Google Shape;7331;p198"/>
          <p:cNvCxnSpPr>
            <a:stCxn id="7312" idx="6"/>
            <a:endCxn id="7317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2" name="Google Shape;7332;p198"/>
          <p:cNvCxnSpPr>
            <a:stCxn id="7317" idx="6"/>
            <a:endCxn id="7318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3" name="Google Shape;7333;p198"/>
          <p:cNvCxnSpPr>
            <a:stCxn id="7315" idx="6"/>
            <a:endCxn id="7316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34" name="Google Shape;7334;p198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35" name="Google Shape;7335;p198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36" name="Google Shape;7336;p198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37" name="Google Shape;7337;p198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38" name="Google Shape;7338;p198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39" name="Google Shape;7339;p198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0" name="Google Shape;7340;p198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1" name="Google Shape;7341;p198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2" name="Google Shape;7342;p198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3" name="Google Shape;7343;p198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4" name="Google Shape;7344;p198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45" name="Google Shape;7345;p198"/>
          <p:cNvCxnSpPr>
            <a:stCxn id="7321" idx="6"/>
            <a:endCxn id="7344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46" name="Google Shape;7346;p198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7" name="Google Shape;7347;p198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8" name="Google Shape;7348;p198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49" name="Google Shape;7349;p198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50" name="Google Shape;7350;p198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51" name="Google Shape;7351;p198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352" name="Google Shape;7352;p198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53" name="Google Shape;7353;p198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4" name="Google Shape;7354;p198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55" name="Google Shape;7355;p198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6" name="Google Shape;7356;p198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7" name="Google Shape;7357;p198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8" name="Google Shape;7358;p198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59" name="Google Shape;7359;p198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60" name="Google Shape;7360;p198"/>
          <p:cNvCxnSpPr>
            <a:stCxn id="7315" idx="3"/>
            <a:endCxn id="7311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1" name="Google Shape;7361;p198"/>
          <p:cNvCxnSpPr>
            <a:stCxn id="7312" idx="3"/>
            <a:endCxn id="7311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2" name="Google Shape;7362;p198"/>
          <p:cNvCxnSpPr>
            <a:stCxn id="7313" idx="3"/>
            <a:endCxn id="7311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3" name="Google Shape;7363;p198"/>
          <p:cNvCxnSpPr>
            <a:stCxn id="7314" idx="1"/>
            <a:endCxn id="7311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4" name="Google Shape;7364;p198"/>
          <p:cNvCxnSpPr>
            <a:stCxn id="7316" idx="3"/>
            <a:endCxn id="7312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5" name="Google Shape;7365;p198"/>
          <p:cNvCxnSpPr>
            <a:stCxn id="7317" idx="1"/>
            <a:endCxn id="7315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6" name="Google Shape;7366;p198"/>
          <p:cNvCxnSpPr>
            <a:stCxn id="7319" idx="1"/>
            <a:endCxn id="7311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7" name="Google Shape;7367;p198"/>
          <p:cNvCxnSpPr>
            <a:stCxn id="7322" idx="1"/>
            <a:endCxn id="7311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8" name="Google Shape;7368;p198"/>
          <p:cNvCxnSpPr>
            <a:endCxn id="7311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9" name="Google Shape;7369;p198"/>
          <p:cNvCxnSpPr>
            <a:stCxn id="7320" idx="1"/>
            <a:endCxn id="7312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70" name="Google Shape;7370;p198"/>
          <p:cNvCxnSpPr>
            <a:stCxn id="7321" idx="1"/>
            <a:endCxn id="7317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5" name="Google Shape;7375;p199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6" name="Google Shape;7376;p199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7" name="Google Shape;7377;p199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8" name="Google Shape;7378;p199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9" name="Google Shape;7379;p199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0" name="Google Shape;7380;p199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1" name="Google Shape;7381;p199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2" name="Google Shape;7382;p199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3" name="Google Shape;7383;p199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4" name="Google Shape;7384;p199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5" name="Google Shape;7385;p199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6" name="Google Shape;7386;p199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87" name="Google Shape;7387;p199"/>
          <p:cNvCxnSpPr>
            <a:stCxn id="7375" idx="0"/>
            <a:endCxn id="7379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88" name="Google Shape;7388;p199"/>
          <p:cNvCxnSpPr>
            <a:stCxn id="7375" idx="4"/>
            <a:endCxn id="7378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89" name="Google Shape;7389;p199"/>
          <p:cNvCxnSpPr>
            <a:stCxn id="7375" idx="7"/>
            <a:endCxn id="7376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0" name="Google Shape;7390;p199"/>
          <p:cNvCxnSpPr>
            <a:stCxn id="7375" idx="5"/>
            <a:endCxn id="7377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1" name="Google Shape;7391;p199"/>
          <p:cNvCxnSpPr>
            <a:stCxn id="7378" idx="6"/>
            <a:endCxn id="7386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2" name="Google Shape;7392;p199"/>
          <p:cNvCxnSpPr>
            <a:stCxn id="7377" idx="6"/>
            <a:endCxn id="7383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3" name="Google Shape;7393;p199"/>
          <p:cNvCxnSpPr>
            <a:stCxn id="7383" idx="6"/>
            <a:endCxn id="7384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4" name="Google Shape;7394;p199"/>
          <p:cNvCxnSpPr>
            <a:stCxn id="7384" idx="6"/>
            <a:endCxn id="7385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5" name="Google Shape;7395;p199"/>
          <p:cNvCxnSpPr>
            <a:stCxn id="7376" idx="6"/>
            <a:endCxn id="7381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6" name="Google Shape;7396;p199"/>
          <p:cNvCxnSpPr>
            <a:stCxn id="7381" idx="6"/>
            <a:endCxn id="7382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7" name="Google Shape;7397;p199"/>
          <p:cNvCxnSpPr>
            <a:stCxn id="7379" idx="6"/>
            <a:endCxn id="7380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398" name="Google Shape;7398;p199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99" name="Google Shape;7399;p199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0" name="Google Shape;7400;p199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1" name="Google Shape;7401;p199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2" name="Google Shape;7402;p199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3" name="Google Shape;7403;p199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4" name="Google Shape;7404;p199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5" name="Google Shape;7405;p199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6" name="Google Shape;7406;p199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7" name="Google Shape;7407;p199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8" name="Google Shape;7408;p199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09" name="Google Shape;7409;p199"/>
          <p:cNvCxnSpPr>
            <a:stCxn id="7385" idx="6"/>
            <a:endCxn id="7408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10" name="Google Shape;7410;p199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1" name="Google Shape;7411;p199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2" name="Google Shape;7412;p199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3" name="Google Shape;7413;p199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4" name="Google Shape;7414;p199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5" name="Google Shape;7415;p199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416" name="Google Shape;7416;p199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17" name="Google Shape;7417;p199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18" name="Google Shape;7418;p199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19" name="Google Shape;7419;p199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20" name="Google Shape;7420;p199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21" name="Google Shape;7421;p199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22" name="Google Shape;7422;p199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23" name="Google Shape;7423;p199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24" name="Google Shape;7424;p199"/>
          <p:cNvCxnSpPr>
            <a:stCxn id="7379" idx="3"/>
            <a:endCxn id="7375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25" name="Google Shape;7425;p199"/>
          <p:cNvCxnSpPr>
            <a:stCxn id="7376" idx="3"/>
            <a:endCxn id="7375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26" name="Google Shape;7426;p199"/>
          <p:cNvCxnSpPr>
            <a:stCxn id="7377" idx="3"/>
            <a:endCxn id="7375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27" name="Google Shape;7427;p199"/>
          <p:cNvCxnSpPr>
            <a:stCxn id="7378" idx="1"/>
            <a:endCxn id="7375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28" name="Google Shape;7428;p199"/>
          <p:cNvCxnSpPr>
            <a:stCxn id="7380" idx="3"/>
            <a:endCxn id="7376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29" name="Google Shape;7429;p199"/>
          <p:cNvCxnSpPr>
            <a:stCxn id="7381" idx="1"/>
            <a:endCxn id="7379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30" name="Google Shape;7430;p199"/>
          <p:cNvCxnSpPr>
            <a:stCxn id="7383" idx="1"/>
            <a:endCxn id="7375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31" name="Google Shape;7431;p199"/>
          <p:cNvCxnSpPr>
            <a:stCxn id="7386" idx="1"/>
            <a:endCxn id="7375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32" name="Google Shape;7432;p199"/>
          <p:cNvCxnSpPr>
            <a:endCxn id="7375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33" name="Google Shape;7433;p199"/>
          <p:cNvCxnSpPr>
            <a:stCxn id="7384" idx="1"/>
            <a:endCxn id="7376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34" name="Google Shape;7434;p199"/>
          <p:cNvCxnSpPr>
            <a:stCxn id="7385" idx="1"/>
            <a:endCxn id="7381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9" name="Google Shape;7439;p200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0" name="Google Shape;7440;p200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1" name="Google Shape;7441;p200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2" name="Google Shape;7442;p200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rgbClr val="FFD2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3" name="Google Shape;7443;p200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4" name="Google Shape;7444;p200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5" name="Google Shape;7445;p200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6" name="Google Shape;7446;p200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7" name="Google Shape;7447;p200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8" name="Google Shape;7448;p200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49" name="Google Shape;7449;p200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50" name="Google Shape;7450;p200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51" name="Google Shape;7451;p200"/>
          <p:cNvCxnSpPr>
            <a:stCxn id="7439" idx="0"/>
            <a:endCxn id="7443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2" name="Google Shape;7452;p200"/>
          <p:cNvCxnSpPr>
            <a:stCxn id="7439" idx="4"/>
            <a:endCxn id="7442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3" name="Google Shape;7453;p200"/>
          <p:cNvCxnSpPr>
            <a:stCxn id="7439" idx="7"/>
            <a:endCxn id="7440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4" name="Google Shape;7454;p200"/>
          <p:cNvCxnSpPr>
            <a:stCxn id="7439" idx="5"/>
            <a:endCxn id="7441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5" name="Google Shape;7455;p200"/>
          <p:cNvCxnSpPr>
            <a:stCxn id="7442" idx="6"/>
            <a:endCxn id="7450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6" name="Google Shape;7456;p200"/>
          <p:cNvCxnSpPr>
            <a:stCxn id="7441" idx="6"/>
            <a:endCxn id="7447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7" name="Google Shape;7457;p200"/>
          <p:cNvCxnSpPr>
            <a:stCxn id="7447" idx="6"/>
            <a:endCxn id="7448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8" name="Google Shape;7458;p200"/>
          <p:cNvCxnSpPr>
            <a:stCxn id="7448" idx="6"/>
            <a:endCxn id="7449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9" name="Google Shape;7459;p200"/>
          <p:cNvCxnSpPr>
            <a:stCxn id="7440" idx="6"/>
            <a:endCxn id="7445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60" name="Google Shape;7460;p200"/>
          <p:cNvCxnSpPr>
            <a:stCxn id="7445" idx="6"/>
            <a:endCxn id="7446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61" name="Google Shape;7461;p200"/>
          <p:cNvCxnSpPr>
            <a:stCxn id="7443" idx="6"/>
            <a:endCxn id="7444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62" name="Google Shape;7462;p200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3" name="Google Shape;7463;p200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4" name="Google Shape;7464;p200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5" name="Google Shape;7465;p200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6" name="Google Shape;7466;p200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7" name="Google Shape;7467;p200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8" name="Google Shape;7468;p200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9" name="Google Shape;7469;p200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0" name="Google Shape;7470;p200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1" name="Google Shape;7471;p200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2" name="Google Shape;7472;p200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73" name="Google Shape;7473;p200"/>
          <p:cNvCxnSpPr>
            <a:stCxn id="7449" idx="6"/>
            <a:endCxn id="7472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74" name="Google Shape;7474;p200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5" name="Google Shape;7475;p200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6" name="Google Shape;7476;p200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7" name="Google Shape;7477;p200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8" name="Google Shape;7478;p200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9" name="Google Shape;7479;p200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480" name="Google Shape;7480;p200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81" name="Google Shape;7481;p200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82" name="Google Shape;7482;p200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83" name="Google Shape;7483;p200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84" name="Google Shape;7484;p200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85" name="Google Shape;7485;p200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86" name="Google Shape;7486;p200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87" name="Google Shape;7487;p200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88" name="Google Shape;7488;p200"/>
          <p:cNvCxnSpPr>
            <a:stCxn id="7443" idx="3"/>
            <a:endCxn id="7439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89" name="Google Shape;7489;p200"/>
          <p:cNvCxnSpPr>
            <a:stCxn id="7440" idx="3"/>
            <a:endCxn id="7439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0" name="Google Shape;7490;p200"/>
          <p:cNvCxnSpPr>
            <a:stCxn id="7441" idx="3"/>
            <a:endCxn id="7439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1" name="Google Shape;7491;p200"/>
          <p:cNvCxnSpPr>
            <a:stCxn id="7442" idx="1"/>
            <a:endCxn id="7439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2" name="Google Shape;7492;p200"/>
          <p:cNvCxnSpPr>
            <a:stCxn id="7444" idx="3"/>
            <a:endCxn id="7440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3" name="Google Shape;7493;p200"/>
          <p:cNvCxnSpPr>
            <a:stCxn id="7445" idx="1"/>
            <a:endCxn id="7443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4" name="Google Shape;7494;p200"/>
          <p:cNvCxnSpPr>
            <a:stCxn id="7447" idx="1"/>
            <a:endCxn id="7439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5" name="Google Shape;7495;p200"/>
          <p:cNvCxnSpPr>
            <a:stCxn id="7450" idx="1"/>
            <a:endCxn id="7439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6" name="Google Shape;7496;p200"/>
          <p:cNvCxnSpPr>
            <a:endCxn id="7439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7" name="Google Shape;7497;p200"/>
          <p:cNvCxnSpPr>
            <a:stCxn id="7448" idx="1"/>
            <a:endCxn id="7440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8" name="Google Shape;7498;p200"/>
          <p:cNvCxnSpPr>
            <a:stCxn id="7449" idx="1"/>
            <a:endCxn id="7445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99" name="Google Shape;7499;p200"/>
          <p:cNvCxnSpPr>
            <a:endCxn id="7442" idx="0"/>
          </p:cNvCxnSpPr>
          <p:nvPr/>
        </p:nvCxnSpPr>
        <p:spPr>
          <a:xfrm flipH="1">
            <a:off x="1988550" y="3508775"/>
            <a:ext cx="5105700" cy="920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4" name="Google Shape;7504;p201"/>
          <p:cNvSpPr/>
          <p:nvPr/>
        </p:nvSpPr>
        <p:spPr>
          <a:xfrm>
            <a:off x="220700" y="2327250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5" name="Google Shape;7505;p201"/>
          <p:cNvSpPr/>
          <p:nvPr/>
        </p:nvSpPr>
        <p:spPr>
          <a:xfrm>
            <a:off x="17365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6" name="Google Shape;7506;p201"/>
          <p:cNvSpPr/>
          <p:nvPr/>
        </p:nvSpPr>
        <p:spPr>
          <a:xfrm>
            <a:off x="17365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7" name="Google Shape;7507;p201"/>
          <p:cNvSpPr/>
          <p:nvPr/>
        </p:nvSpPr>
        <p:spPr>
          <a:xfrm>
            <a:off x="173655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8" name="Google Shape;7508;p201"/>
          <p:cNvSpPr/>
          <p:nvPr/>
        </p:nvSpPr>
        <p:spPr>
          <a:xfrm>
            <a:off x="173655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9" name="Google Shape;7509;p201"/>
          <p:cNvSpPr/>
          <p:nvPr/>
        </p:nvSpPr>
        <p:spPr>
          <a:xfrm>
            <a:off x="3057500" y="1506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0" name="Google Shape;7510;p201"/>
          <p:cNvSpPr/>
          <p:nvPr/>
        </p:nvSpPr>
        <p:spPr>
          <a:xfrm>
            <a:off x="305750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1" name="Google Shape;7511;p201"/>
          <p:cNvSpPr/>
          <p:nvPr/>
        </p:nvSpPr>
        <p:spPr>
          <a:xfrm>
            <a:off x="4378450" y="142742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2" name="Google Shape;7512;p201"/>
          <p:cNvSpPr/>
          <p:nvPr/>
        </p:nvSpPr>
        <p:spPr>
          <a:xfrm>
            <a:off x="30575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3" name="Google Shape;7513;p201"/>
          <p:cNvSpPr/>
          <p:nvPr/>
        </p:nvSpPr>
        <p:spPr>
          <a:xfrm>
            <a:off x="43784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4" name="Google Shape;7514;p201"/>
          <p:cNvSpPr/>
          <p:nvPr/>
        </p:nvSpPr>
        <p:spPr>
          <a:xfrm>
            <a:off x="569940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5" name="Google Shape;7515;p201"/>
          <p:cNvSpPr/>
          <p:nvPr/>
        </p:nvSpPr>
        <p:spPr>
          <a:xfrm>
            <a:off x="3057500" y="4429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16" name="Google Shape;7516;p201"/>
          <p:cNvCxnSpPr>
            <a:stCxn id="7504" idx="0"/>
            <a:endCxn id="7508" idx="2"/>
          </p:cNvCxnSpPr>
          <p:nvPr/>
        </p:nvCxnSpPr>
        <p:spPr>
          <a:xfrm rot="10800000" flipH="1">
            <a:off x="472700" y="395250"/>
            <a:ext cx="1263900" cy="193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17" name="Google Shape;7517;p201"/>
          <p:cNvCxnSpPr>
            <a:stCxn id="7504" idx="4"/>
            <a:endCxn id="7507" idx="2"/>
          </p:cNvCxnSpPr>
          <p:nvPr/>
        </p:nvCxnSpPr>
        <p:spPr>
          <a:xfrm>
            <a:off x="472700" y="2816250"/>
            <a:ext cx="1263900" cy="185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18" name="Google Shape;7518;p201"/>
          <p:cNvCxnSpPr>
            <a:stCxn id="7504" idx="7"/>
            <a:endCxn id="7505" idx="2"/>
          </p:cNvCxnSpPr>
          <p:nvPr/>
        </p:nvCxnSpPr>
        <p:spPr>
          <a:xfrm rot="10800000" flipH="1">
            <a:off x="650891" y="1671962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19" name="Google Shape;7519;p201"/>
          <p:cNvCxnSpPr>
            <a:stCxn id="7504" idx="5"/>
            <a:endCxn id="7506" idx="2"/>
          </p:cNvCxnSpPr>
          <p:nvPr/>
        </p:nvCxnSpPr>
        <p:spPr>
          <a:xfrm>
            <a:off x="650891" y="2744638"/>
            <a:ext cx="1085700" cy="59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0" name="Google Shape;7520;p201"/>
          <p:cNvCxnSpPr>
            <a:stCxn id="7507" idx="6"/>
            <a:endCxn id="7515" idx="2"/>
          </p:cNvCxnSpPr>
          <p:nvPr/>
        </p:nvCxnSpPr>
        <p:spPr>
          <a:xfrm>
            <a:off x="2240550" y="4673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1" name="Google Shape;7521;p201"/>
          <p:cNvCxnSpPr>
            <a:stCxn id="7506" idx="6"/>
            <a:endCxn id="7512" idx="2"/>
          </p:cNvCxnSpPr>
          <p:nvPr/>
        </p:nvCxnSpPr>
        <p:spPr>
          <a:xfrm>
            <a:off x="22405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2" name="Google Shape;7522;p201"/>
          <p:cNvCxnSpPr>
            <a:stCxn id="7512" idx="6"/>
            <a:endCxn id="7513" idx="2"/>
          </p:cNvCxnSpPr>
          <p:nvPr/>
        </p:nvCxnSpPr>
        <p:spPr>
          <a:xfrm>
            <a:off x="35615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3" name="Google Shape;7523;p201"/>
          <p:cNvCxnSpPr>
            <a:stCxn id="7513" idx="6"/>
            <a:endCxn id="7514" idx="2"/>
          </p:cNvCxnSpPr>
          <p:nvPr/>
        </p:nvCxnSpPr>
        <p:spPr>
          <a:xfrm>
            <a:off x="488245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4" name="Google Shape;7524;p201"/>
          <p:cNvCxnSpPr>
            <a:stCxn id="7505" idx="6"/>
            <a:endCxn id="7510" idx="2"/>
          </p:cNvCxnSpPr>
          <p:nvPr/>
        </p:nvCxnSpPr>
        <p:spPr>
          <a:xfrm>
            <a:off x="224055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5" name="Google Shape;7525;p201"/>
          <p:cNvCxnSpPr>
            <a:stCxn id="7510" idx="6"/>
            <a:endCxn id="7511" idx="2"/>
          </p:cNvCxnSpPr>
          <p:nvPr/>
        </p:nvCxnSpPr>
        <p:spPr>
          <a:xfrm>
            <a:off x="3561500" y="167192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6" name="Google Shape;7526;p201"/>
          <p:cNvCxnSpPr>
            <a:stCxn id="7508" idx="6"/>
            <a:endCxn id="7509" idx="2"/>
          </p:cNvCxnSpPr>
          <p:nvPr/>
        </p:nvCxnSpPr>
        <p:spPr>
          <a:xfrm>
            <a:off x="2240550" y="3951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27" name="Google Shape;7527;p201"/>
          <p:cNvSpPr txBox="1"/>
          <p:nvPr/>
        </p:nvSpPr>
        <p:spPr>
          <a:xfrm>
            <a:off x="637900" y="11227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8" name="Google Shape;7528;p201"/>
          <p:cNvSpPr txBox="1"/>
          <p:nvPr/>
        </p:nvSpPr>
        <p:spPr>
          <a:xfrm>
            <a:off x="2420500" y="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9" name="Google Shape;7529;p201"/>
          <p:cNvSpPr txBox="1"/>
          <p:nvPr/>
        </p:nvSpPr>
        <p:spPr>
          <a:xfrm>
            <a:off x="919600" y="16719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0" name="Google Shape;7530;p201"/>
          <p:cNvSpPr txBox="1"/>
          <p:nvPr/>
        </p:nvSpPr>
        <p:spPr>
          <a:xfrm>
            <a:off x="1089775" y="2676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1" name="Google Shape;7531;p201"/>
          <p:cNvSpPr txBox="1"/>
          <p:nvPr/>
        </p:nvSpPr>
        <p:spPr>
          <a:xfrm>
            <a:off x="919600" y="39316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2" name="Google Shape;7532;p201"/>
          <p:cNvSpPr txBox="1"/>
          <p:nvPr/>
        </p:nvSpPr>
        <p:spPr>
          <a:xfrm>
            <a:off x="2333575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3" name="Google Shape;7533;p201"/>
          <p:cNvSpPr txBox="1"/>
          <p:nvPr/>
        </p:nvSpPr>
        <p:spPr>
          <a:xfrm>
            <a:off x="3701200" y="1194925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4" name="Google Shape;7534;p201"/>
          <p:cNvSpPr txBox="1"/>
          <p:nvPr/>
        </p:nvSpPr>
        <p:spPr>
          <a:xfrm>
            <a:off x="2420500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5" name="Google Shape;7535;p201"/>
          <p:cNvSpPr txBox="1"/>
          <p:nvPr/>
        </p:nvSpPr>
        <p:spPr>
          <a:xfrm>
            <a:off x="375122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6" name="Google Shape;7536;p201"/>
          <p:cNvSpPr txBox="1"/>
          <p:nvPr/>
        </p:nvSpPr>
        <p:spPr>
          <a:xfrm>
            <a:off x="51500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7" name="Google Shape;7537;p201"/>
          <p:cNvSpPr/>
          <p:nvPr/>
        </p:nvSpPr>
        <p:spPr>
          <a:xfrm>
            <a:off x="7020350" y="3091475"/>
            <a:ext cx="504000" cy="489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38" name="Google Shape;7538;p201"/>
          <p:cNvCxnSpPr>
            <a:stCxn id="7514" idx="6"/>
            <a:endCxn id="7537" idx="2"/>
          </p:cNvCxnSpPr>
          <p:nvPr/>
        </p:nvCxnSpPr>
        <p:spPr>
          <a:xfrm>
            <a:off x="6203400" y="3335975"/>
            <a:ext cx="81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39" name="Google Shape;7539;p201"/>
          <p:cNvSpPr txBox="1"/>
          <p:nvPr/>
        </p:nvSpPr>
        <p:spPr>
          <a:xfrm>
            <a:off x="6412675" y="293445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0" name="Google Shape;7540;p201"/>
          <p:cNvSpPr txBox="1"/>
          <p:nvPr/>
        </p:nvSpPr>
        <p:spPr>
          <a:xfrm>
            <a:off x="2420500" y="4302100"/>
            <a:ext cx="2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1" name="Google Shape;7541;p201"/>
          <p:cNvSpPr/>
          <p:nvPr/>
        </p:nvSpPr>
        <p:spPr>
          <a:xfrm>
            <a:off x="7088600" y="3162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2" name="Google Shape;7542;p201"/>
          <p:cNvSpPr/>
          <p:nvPr/>
        </p:nvSpPr>
        <p:spPr>
          <a:xfrm>
            <a:off x="3125750" y="45007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3" name="Google Shape;7543;p201"/>
          <p:cNvSpPr/>
          <p:nvPr/>
        </p:nvSpPr>
        <p:spPr>
          <a:xfrm>
            <a:off x="4446700" y="149867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4" name="Google Shape;7544;p201"/>
          <p:cNvSpPr/>
          <p:nvPr/>
        </p:nvSpPr>
        <p:spPr>
          <a:xfrm>
            <a:off x="3125750" y="221925"/>
            <a:ext cx="367500" cy="346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545" name="Google Shape;7545;p201"/>
          <p:cNvGraphicFramePr/>
          <p:nvPr/>
        </p:nvGraphicFramePr>
        <p:xfrm>
          <a:off x="5947500" y="395175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46" name="Google Shape;7546;p201"/>
          <p:cNvGraphicFramePr/>
          <p:nvPr/>
        </p:nvGraphicFramePr>
        <p:xfrm>
          <a:off x="5947500" y="79137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47" name="Google Shape;7547;p201"/>
          <p:cNvGraphicFramePr/>
          <p:nvPr/>
        </p:nvGraphicFramePr>
        <p:xfrm>
          <a:off x="5947500" y="1194850"/>
          <a:ext cx="975750" cy="79242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C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48" name="Google Shape;7548;p201"/>
          <p:cNvGraphicFramePr/>
          <p:nvPr/>
        </p:nvGraphicFramePr>
        <p:xfrm>
          <a:off x="6923250" y="1194850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A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49" name="Google Shape;7549;p201"/>
          <p:cNvGraphicFramePr/>
          <p:nvPr/>
        </p:nvGraphicFramePr>
        <p:xfrm>
          <a:off x="5947500" y="1598325"/>
          <a:ext cx="975750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50" name="Google Shape;7550;p201"/>
          <p:cNvGraphicFramePr/>
          <p:nvPr/>
        </p:nvGraphicFramePr>
        <p:xfrm>
          <a:off x="6923250" y="791363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51" name="Google Shape;7551;p201"/>
          <p:cNvGraphicFramePr/>
          <p:nvPr/>
        </p:nvGraphicFramePr>
        <p:xfrm>
          <a:off x="7899000" y="1194838"/>
          <a:ext cx="487875" cy="396210"/>
        </p:xfrm>
        <a:graphic>
          <a:graphicData uri="http://schemas.openxmlformats.org/drawingml/2006/table">
            <a:tbl>
              <a:tblPr>
                <a:noFill/>
                <a:tableStyleId>{C4C93F84-BAE2-4218-9B31-0AE3D821AFEC}</a:tableStyleId>
              </a:tblPr>
              <a:tblGrid>
                <a:gridCol w="48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/>
                        <a:t>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52" name="Google Shape;7552;p201"/>
          <p:cNvSpPr txBox="1"/>
          <p:nvPr/>
        </p:nvSpPr>
        <p:spPr>
          <a:xfrm>
            <a:off x="5833800" y="-50475"/>
            <a:ext cx="155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Pattern strings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53" name="Google Shape;7553;p201"/>
          <p:cNvCxnSpPr>
            <a:stCxn id="7508" idx="3"/>
            <a:endCxn id="7504" idx="0"/>
          </p:cNvCxnSpPr>
          <p:nvPr/>
        </p:nvCxnSpPr>
        <p:spPr>
          <a:xfrm flipH="1">
            <a:off x="472659" y="568063"/>
            <a:ext cx="1337700" cy="175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4" name="Google Shape;7554;p201"/>
          <p:cNvCxnSpPr>
            <a:stCxn id="7505" idx="3"/>
            <a:endCxn id="7504" idx="6"/>
          </p:cNvCxnSpPr>
          <p:nvPr/>
        </p:nvCxnSpPr>
        <p:spPr>
          <a:xfrm flipH="1">
            <a:off x="724659" y="1844813"/>
            <a:ext cx="10857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5" name="Google Shape;7555;p201"/>
          <p:cNvCxnSpPr>
            <a:stCxn id="7506" idx="3"/>
            <a:endCxn id="7504" idx="5"/>
          </p:cNvCxnSpPr>
          <p:nvPr/>
        </p:nvCxnSpPr>
        <p:spPr>
          <a:xfrm rot="10800000">
            <a:off x="650859" y="2744763"/>
            <a:ext cx="1159500" cy="76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6" name="Google Shape;7556;p201"/>
          <p:cNvCxnSpPr>
            <a:stCxn id="7507" idx="1"/>
            <a:endCxn id="7504" idx="4"/>
          </p:cNvCxnSpPr>
          <p:nvPr/>
        </p:nvCxnSpPr>
        <p:spPr>
          <a:xfrm rot="10800000">
            <a:off x="472659" y="2816287"/>
            <a:ext cx="13377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7" name="Google Shape;7557;p201"/>
          <p:cNvCxnSpPr>
            <a:stCxn id="7509" idx="3"/>
            <a:endCxn id="7505" idx="0"/>
          </p:cNvCxnSpPr>
          <p:nvPr/>
        </p:nvCxnSpPr>
        <p:spPr>
          <a:xfrm flipH="1">
            <a:off x="1988609" y="568063"/>
            <a:ext cx="1142700" cy="85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8" name="Google Shape;7558;p201"/>
          <p:cNvCxnSpPr>
            <a:stCxn id="7510" idx="1"/>
            <a:endCxn id="7508" idx="5"/>
          </p:cNvCxnSpPr>
          <p:nvPr/>
        </p:nvCxnSpPr>
        <p:spPr>
          <a:xfrm rot="10800000">
            <a:off x="2166809" y="568137"/>
            <a:ext cx="964500" cy="930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59" name="Google Shape;7559;p201"/>
          <p:cNvCxnSpPr>
            <a:stCxn id="7512" idx="1"/>
            <a:endCxn id="7504" idx="6"/>
          </p:cNvCxnSpPr>
          <p:nvPr/>
        </p:nvCxnSpPr>
        <p:spPr>
          <a:xfrm rot="10800000">
            <a:off x="724709" y="2571787"/>
            <a:ext cx="2406600" cy="591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0" name="Google Shape;7560;p201"/>
          <p:cNvCxnSpPr>
            <a:stCxn id="7515" idx="1"/>
            <a:endCxn id="7504" idx="4"/>
          </p:cNvCxnSpPr>
          <p:nvPr/>
        </p:nvCxnSpPr>
        <p:spPr>
          <a:xfrm rot="10800000">
            <a:off x="472709" y="2816287"/>
            <a:ext cx="2658600" cy="168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1" name="Google Shape;7561;p201"/>
          <p:cNvCxnSpPr>
            <a:endCxn id="7504" idx="6"/>
          </p:cNvCxnSpPr>
          <p:nvPr/>
        </p:nvCxnSpPr>
        <p:spPr>
          <a:xfrm flipH="1">
            <a:off x="724700" y="1844850"/>
            <a:ext cx="3727500" cy="726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2" name="Google Shape;7562;p201"/>
          <p:cNvCxnSpPr>
            <a:stCxn id="7513" idx="1"/>
            <a:endCxn id="7505" idx="5"/>
          </p:cNvCxnSpPr>
          <p:nvPr/>
        </p:nvCxnSpPr>
        <p:spPr>
          <a:xfrm rot="10800000">
            <a:off x="216685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3" name="Google Shape;7563;p201"/>
          <p:cNvCxnSpPr>
            <a:stCxn id="7514" idx="1"/>
            <a:endCxn id="7510" idx="5"/>
          </p:cNvCxnSpPr>
          <p:nvPr/>
        </p:nvCxnSpPr>
        <p:spPr>
          <a:xfrm rot="10800000">
            <a:off x="3487809" y="1844887"/>
            <a:ext cx="2285400" cy="1318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4" name="Google Shape;7564;p201"/>
          <p:cNvCxnSpPr>
            <a:endCxn id="7507" idx="0"/>
          </p:cNvCxnSpPr>
          <p:nvPr/>
        </p:nvCxnSpPr>
        <p:spPr>
          <a:xfrm flipH="1">
            <a:off x="1988550" y="3508775"/>
            <a:ext cx="5105700" cy="920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9" name="Google Shape;7569;p202"/>
          <p:cNvSpPr txBox="1">
            <a:spLocks noGrp="1"/>
          </p:cNvSpPr>
          <p:nvPr>
            <p:ph type="ctrTitle" idx="4294967295"/>
          </p:nvPr>
        </p:nvSpPr>
        <p:spPr>
          <a:xfrm>
            <a:off x="2842200" y="292325"/>
            <a:ext cx="34596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Failure Links</a:t>
            </a:r>
            <a:endParaRPr sz="4100"/>
          </a:p>
        </p:txBody>
      </p:sp>
      <p:sp>
        <p:nvSpPr>
          <p:cNvPr id="7570" name="Google Shape;7570;p202"/>
          <p:cNvSpPr txBox="1"/>
          <p:nvPr/>
        </p:nvSpPr>
        <p:spPr>
          <a:xfrm flipH="1">
            <a:off x="1494200" y="1690350"/>
            <a:ext cx="6279600" cy="1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</a:pPr>
            <a:r>
              <a:rPr lang="es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Tiempo total requerido para construir un failure link para un patrón de longitud h: O(h).</a:t>
            </a:r>
            <a:endParaRPr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</a:pPr>
            <a:r>
              <a:rPr lang="es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Tiempo total requerido para construir todos los failure links: O(n)</a:t>
            </a:r>
            <a:endParaRPr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5" name="Google Shape;7575;p203"/>
          <p:cNvSpPr txBox="1">
            <a:spLocks noGrp="1"/>
          </p:cNvSpPr>
          <p:nvPr>
            <p:ph type="ctrTitle" idx="4294967295"/>
          </p:nvPr>
        </p:nvSpPr>
        <p:spPr>
          <a:xfrm>
            <a:off x="2842200" y="113300"/>
            <a:ext cx="34596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Output Links</a:t>
            </a:r>
            <a:endParaRPr sz="4100"/>
          </a:p>
        </p:txBody>
      </p:sp>
      <p:sp>
        <p:nvSpPr>
          <p:cNvPr id="7576" name="Google Shape;7576;p203"/>
          <p:cNvSpPr txBox="1"/>
          <p:nvPr/>
        </p:nvSpPr>
        <p:spPr>
          <a:xfrm>
            <a:off x="72600" y="1555800"/>
            <a:ext cx="90714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output link de un nodo correspondiente al string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apunta a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nodo correspondiente al sufijo más largo de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 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que es un patrón, o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null si no existe.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Como siempre apunta al nodo correspondiente </a:t>
            </a:r>
            <a:r>
              <a:rPr lang="es" sz="24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más largo 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 lo anteriormente dicho, nos aseguramos un efecto cadena entre todos los patrones usando los output links.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1" name="Google Shape;7581;p204"/>
          <p:cNvSpPr txBox="1">
            <a:spLocks noGrp="1"/>
          </p:cNvSpPr>
          <p:nvPr>
            <p:ph type="ctrTitle" idx="4294967295"/>
          </p:nvPr>
        </p:nvSpPr>
        <p:spPr>
          <a:xfrm>
            <a:off x="1051500" y="113300"/>
            <a:ext cx="71136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Construyendo Output Links</a:t>
            </a:r>
            <a:endParaRPr sz="4100"/>
          </a:p>
        </p:txBody>
      </p:sp>
      <p:sp>
        <p:nvSpPr>
          <p:cNvPr id="7582" name="Google Shape;7582;p204"/>
          <p:cNvSpPr txBox="1"/>
          <p:nvPr/>
        </p:nvSpPr>
        <p:spPr>
          <a:xfrm>
            <a:off x="176350" y="895200"/>
            <a:ext cx="90714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Inicialmente, todos los nodos van a tener sus output links apuntando a null.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Mientras hacemos el BFS para construir los failure links, vamos a inicializar el output link del nodo actual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 la siguiente manera: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el nodo apuntado por el failure link de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corresponde a un pattern, inicializamos el output link de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 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que apunte a </a:t>
            </a:r>
            <a:r>
              <a:rPr lang="es" sz="24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Caso contrario, inicializamos el output link de v al output link de u.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Construir estos output links tiene una complejidad de O(n)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" name="Google Shape;7587;p205"/>
          <p:cNvSpPr txBox="1">
            <a:spLocks noGrp="1"/>
          </p:cNvSpPr>
          <p:nvPr>
            <p:ph type="ctrTitle" idx="4294967295"/>
          </p:nvPr>
        </p:nvSpPr>
        <p:spPr>
          <a:xfrm>
            <a:off x="286800" y="528275"/>
            <a:ext cx="88572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Complejidad final en la fase de construcción</a:t>
            </a:r>
            <a:endParaRPr sz="3200"/>
          </a:p>
        </p:txBody>
      </p:sp>
      <p:sp>
        <p:nvSpPr>
          <p:cNvPr id="7588" name="Google Shape;7588;p205"/>
          <p:cNvSpPr txBox="1"/>
          <p:nvPr/>
        </p:nvSpPr>
        <p:spPr>
          <a:xfrm>
            <a:off x="36300" y="1555800"/>
            <a:ext cx="9071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Nuestro tiempo de preprocesamiento es el siguiente: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O(n) para construir el trie,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O(n) para construir los failure links, y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○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O(n) para construir los output links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Tiempo total: O(n).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3" name="Google Shape;7593;p206"/>
          <p:cNvSpPr txBox="1">
            <a:spLocks noGrp="1"/>
          </p:cNvSpPr>
          <p:nvPr>
            <p:ph type="ctrTitle" idx="4294967295"/>
          </p:nvPr>
        </p:nvSpPr>
        <p:spPr>
          <a:xfrm>
            <a:off x="2429400" y="202225"/>
            <a:ext cx="38526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Complejidad total</a:t>
            </a:r>
            <a:endParaRPr sz="3200"/>
          </a:p>
        </p:txBody>
      </p:sp>
      <p:sp>
        <p:nvSpPr>
          <p:cNvPr id="7594" name="Google Shape;7594;p206"/>
          <p:cNvSpPr txBox="1"/>
          <p:nvPr/>
        </p:nvSpPr>
        <p:spPr>
          <a:xfrm>
            <a:off x="3233549" y="1407600"/>
            <a:ext cx="2296917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⟨O(n), O(m + z)⟩</a:t>
            </a:r>
            <a:endParaRPr sz="24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95" name="Google Shape;7595;p206"/>
          <p:cNvSpPr txBox="1"/>
          <p:nvPr/>
        </p:nvSpPr>
        <p:spPr>
          <a:xfrm>
            <a:off x="191075" y="2656700"/>
            <a:ext cx="8847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"/>
              <a:buChar char="●"/>
            </a:pPr>
            <a:r>
              <a:rPr lang="es" sz="2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 excepcionalmente rápido si se trata de un caso donde tenemos una cantidad fija de patrones y un string variable donde realizar la búsqueda.</a:t>
            </a:r>
            <a:endParaRPr sz="2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0" name="Google Shape;7600;p207"/>
          <p:cNvSpPr txBox="1">
            <a:spLocks noGrp="1"/>
          </p:cNvSpPr>
          <p:nvPr>
            <p:ph type="ctrTitle" idx="4294967295"/>
          </p:nvPr>
        </p:nvSpPr>
        <p:spPr>
          <a:xfrm>
            <a:off x="1170450" y="2106900"/>
            <a:ext cx="6803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Implementación en Python</a:t>
            </a:r>
            <a:endParaRPr sz="400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5" name="Google Shape;7605;p208"/>
          <p:cNvSpPr txBox="1">
            <a:spLocks noGrp="1"/>
          </p:cNvSpPr>
          <p:nvPr>
            <p:ph type="ctrTitle" idx="4294967295"/>
          </p:nvPr>
        </p:nvSpPr>
        <p:spPr>
          <a:xfrm>
            <a:off x="122400" y="126300"/>
            <a:ext cx="2217600" cy="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Node.</a:t>
            </a:r>
            <a:endParaRPr/>
          </a:p>
        </p:txBody>
      </p:sp>
      <p:pic>
        <p:nvPicPr>
          <p:cNvPr id="7606" name="Google Shape;7606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750" y="511200"/>
            <a:ext cx="3274299" cy="41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1" name="Google Shape;7611;p209"/>
          <p:cNvSpPr txBox="1">
            <a:spLocks noGrp="1"/>
          </p:cNvSpPr>
          <p:nvPr>
            <p:ph type="ctrTitle" idx="4294967295"/>
          </p:nvPr>
        </p:nvSpPr>
        <p:spPr>
          <a:xfrm>
            <a:off x="2812813" y="201050"/>
            <a:ext cx="3518400" cy="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del trie.</a:t>
            </a:r>
            <a:endParaRPr/>
          </a:p>
        </p:txBody>
      </p:sp>
      <p:pic>
        <p:nvPicPr>
          <p:cNvPr id="7612" name="Google Shape;7612;p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488" y="1562100"/>
            <a:ext cx="43910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7" name="Google Shape;7617;p210"/>
          <p:cNvSpPr txBox="1">
            <a:spLocks noGrp="1"/>
          </p:cNvSpPr>
          <p:nvPr>
            <p:ph type="ctrTitle" idx="4294967295"/>
          </p:nvPr>
        </p:nvSpPr>
        <p:spPr>
          <a:xfrm>
            <a:off x="919550" y="216000"/>
            <a:ext cx="7491000" cy="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 los failure links para la raíz y nodos de profundidad 1.</a:t>
            </a:r>
            <a:endParaRPr/>
          </a:p>
        </p:txBody>
      </p:sp>
      <p:pic>
        <p:nvPicPr>
          <p:cNvPr id="7618" name="Google Shape;7618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025" y="1990725"/>
            <a:ext cx="49339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3" name="Google Shape;7623;p211"/>
          <p:cNvSpPr txBox="1">
            <a:spLocks noGrp="1"/>
          </p:cNvSpPr>
          <p:nvPr>
            <p:ph type="ctrTitle" idx="4294967295"/>
          </p:nvPr>
        </p:nvSpPr>
        <p:spPr>
          <a:xfrm>
            <a:off x="1306363" y="133775"/>
            <a:ext cx="6531300" cy="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 los failure y output links.</a:t>
            </a:r>
            <a:endParaRPr/>
          </a:p>
        </p:txBody>
      </p:sp>
      <p:pic>
        <p:nvPicPr>
          <p:cNvPr id="7624" name="Google Shape;7624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63" y="1176338"/>
            <a:ext cx="5953125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9" name="Google Shape;7629;p212"/>
          <p:cNvSpPr txBox="1">
            <a:spLocks noGrp="1"/>
          </p:cNvSpPr>
          <p:nvPr>
            <p:ph type="ctrTitle" idx="4294967295"/>
          </p:nvPr>
        </p:nvSpPr>
        <p:spPr>
          <a:xfrm>
            <a:off x="2399246" y="126300"/>
            <a:ext cx="4345500" cy="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Búsqueda de los patrones.</a:t>
            </a:r>
            <a:endParaRPr/>
          </a:p>
        </p:txBody>
      </p:sp>
      <p:pic>
        <p:nvPicPr>
          <p:cNvPr id="7630" name="Google Shape;7630;p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0" y="1281113"/>
            <a:ext cx="552450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5" name="Google Shape;7635;p213"/>
          <p:cNvSpPr txBox="1">
            <a:spLocks noGrp="1"/>
          </p:cNvSpPr>
          <p:nvPr>
            <p:ph type="ctrTitle" idx="4294967295"/>
          </p:nvPr>
        </p:nvSpPr>
        <p:spPr>
          <a:xfrm>
            <a:off x="1729500" y="2106900"/>
            <a:ext cx="5685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16079 - I Love Strings!!</a:t>
            </a:r>
            <a:endParaRPr sz="400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0" name="Google Shape;7640;p214"/>
          <p:cNvSpPr txBox="1">
            <a:spLocks noGrp="1"/>
          </p:cNvSpPr>
          <p:nvPr>
            <p:ph type="ctrTitle" idx="4294967295"/>
          </p:nvPr>
        </p:nvSpPr>
        <p:spPr>
          <a:xfrm>
            <a:off x="3287400" y="185575"/>
            <a:ext cx="25692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Problema</a:t>
            </a:r>
            <a:endParaRPr sz="4000"/>
          </a:p>
        </p:txBody>
      </p:sp>
      <p:sp>
        <p:nvSpPr>
          <p:cNvPr id="7641" name="Google Shape;7641;p214"/>
          <p:cNvSpPr txBox="1"/>
          <p:nvPr/>
        </p:nvSpPr>
        <p:spPr>
          <a:xfrm>
            <a:off x="216800" y="1345675"/>
            <a:ext cx="87843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Hmmmmmm.......... strings again :) Then it must be an easy task for you. Well . . . you are given with a string S of length not more than 100,000 (only `a'-`z' and `A'-`Z'). Then follows q (q &lt; 1000) queries where each query contains a string T of maximum length 1,000 (also contains only `a'-`z' and `A'-`Z'). You have to determine whether or not T is a sub-string of S.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6" name="Google Shape;7646;p215"/>
          <p:cNvSpPr txBox="1">
            <a:spLocks noGrp="1"/>
          </p:cNvSpPr>
          <p:nvPr>
            <p:ph type="ctrTitle" idx="4294967295"/>
          </p:nvPr>
        </p:nvSpPr>
        <p:spPr>
          <a:xfrm>
            <a:off x="3756150" y="275300"/>
            <a:ext cx="16317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Input</a:t>
            </a:r>
            <a:endParaRPr sz="4000"/>
          </a:p>
        </p:txBody>
      </p:sp>
      <p:sp>
        <p:nvSpPr>
          <p:cNvPr id="7647" name="Google Shape;7647;p215"/>
          <p:cNvSpPr txBox="1"/>
          <p:nvPr/>
        </p:nvSpPr>
        <p:spPr>
          <a:xfrm>
            <a:off x="310650" y="1509750"/>
            <a:ext cx="85227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First line contains an integer k (k &lt; 10) telling the number of test cases to follow. Each test case begins with S. It is followed by q. After this line there are q lines each of which has a string T as defined before.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2" name="Google Shape;7652;p216"/>
          <p:cNvSpPr txBox="1">
            <a:spLocks noGrp="1"/>
          </p:cNvSpPr>
          <p:nvPr>
            <p:ph type="ctrTitle" idx="4294967295"/>
          </p:nvPr>
        </p:nvSpPr>
        <p:spPr>
          <a:xfrm>
            <a:off x="3606600" y="267825"/>
            <a:ext cx="19308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Output</a:t>
            </a:r>
            <a:endParaRPr sz="4000"/>
          </a:p>
        </p:txBody>
      </p:sp>
      <p:sp>
        <p:nvSpPr>
          <p:cNvPr id="7653" name="Google Shape;7653;p216"/>
          <p:cNvSpPr txBox="1"/>
          <p:nvPr/>
        </p:nvSpPr>
        <p:spPr>
          <a:xfrm>
            <a:off x="310650" y="1509750"/>
            <a:ext cx="8522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For each query print `y' if it is a sub-string of S or `n' otherwise followed by a new line. See the sample output below.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4" name="Google Shape;7654;p216"/>
          <p:cNvSpPr txBox="1"/>
          <p:nvPr/>
        </p:nvSpPr>
        <p:spPr>
          <a:xfrm>
            <a:off x="1786775" y="2324125"/>
            <a:ext cx="18540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Sample Input:</a:t>
            </a:r>
            <a:endParaRPr sz="15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abcdefghABCDEFGH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abc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abAB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xyz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xyz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5" name="Google Shape;7655;p216"/>
          <p:cNvSpPr/>
          <p:nvPr/>
        </p:nvSpPr>
        <p:spPr>
          <a:xfrm>
            <a:off x="1667150" y="2347475"/>
            <a:ext cx="2025900" cy="2489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6" name="Google Shape;7656;p216"/>
          <p:cNvSpPr txBox="1"/>
          <p:nvPr/>
        </p:nvSpPr>
        <p:spPr>
          <a:xfrm>
            <a:off x="4765100" y="2324125"/>
            <a:ext cx="1854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Sample Output:</a:t>
            </a:r>
            <a:endParaRPr sz="15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7" name="Google Shape;7657;p216"/>
          <p:cNvSpPr/>
          <p:nvPr/>
        </p:nvSpPr>
        <p:spPr>
          <a:xfrm>
            <a:off x="4645475" y="2347475"/>
            <a:ext cx="2025900" cy="1084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2" name="Google Shape;7662;p217"/>
          <p:cNvSpPr txBox="1">
            <a:spLocks noGrp="1"/>
          </p:cNvSpPr>
          <p:nvPr>
            <p:ph type="ctrTitle" idx="4294967295"/>
          </p:nvPr>
        </p:nvSpPr>
        <p:spPr>
          <a:xfrm>
            <a:off x="3414750" y="290250"/>
            <a:ext cx="23145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Solución</a:t>
            </a:r>
            <a:endParaRPr sz="4000"/>
          </a:p>
        </p:txBody>
      </p:sp>
      <p:sp>
        <p:nvSpPr>
          <p:cNvPr id="7663" name="Google Shape;7663;p217"/>
          <p:cNvSpPr txBox="1"/>
          <p:nvPr/>
        </p:nvSpPr>
        <p:spPr>
          <a:xfrm>
            <a:off x="310650" y="1509750"/>
            <a:ext cx="85227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solución sigue los mismos pasos que la implementación anteriormente mostrada, lo único que cambiamos es el método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search 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 agregamos un nuevo método llamado </a:t>
            </a:r>
            <a:r>
              <a:rPr lang="es" sz="19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solve </a:t>
            </a:r>
            <a:r>
              <a:rPr lang="es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leer el input e imprimir el output.</a:t>
            </a:r>
            <a:endParaRPr sz="1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8" name="Google Shape;7668;p218"/>
          <p:cNvSpPr txBox="1">
            <a:spLocks noGrp="1"/>
          </p:cNvSpPr>
          <p:nvPr>
            <p:ph type="ctrTitle" idx="4294967295"/>
          </p:nvPr>
        </p:nvSpPr>
        <p:spPr>
          <a:xfrm>
            <a:off x="2617188" y="103325"/>
            <a:ext cx="42705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Método search</a:t>
            </a:r>
            <a:endParaRPr sz="4000"/>
          </a:p>
        </p:txBody>
      </p:sp>
      <p:pic>
        <p:nvPicPr>
          <p:cNvPr id="7669" name="Google Shape;7669;p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850" y="1276350"/>
            <a:ext cx="39243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4" name="Google Shape;7674;p219"/>
          <p:cNvSpPr txBox="1">
            <a:spLocks noGrp="1"/>
          </p:cNvSpPr>
          <p:nvPr>
            <p:ph type="ctrTitle" idx="4294967295"/>
          </p:nvPr>
        </p:nvSpPr>
        <p:spPr>
          <a:xfrm>
            <a:off x="2617198" y="103325"/>
            <a:ext cx="35130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Método solve</a:t>
            </a:r>
            <a:endParaRPr sz="4000"/>
          </a:p>
        </p:txBody>
      </p:sp>
      <p:pic>
        <p:nvPicPr>
          <p:cNvPr id="7675" name="Google Shape;7675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513" y="1109663"/>
            <a:ext cx="47529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" name="Google Shape;7680;p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763" y="1445750"/>
            <a:ext cx="68484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8358</Words>
  <Application>Microsoft Office PowerPoint</Application>
  <PresentationFormat>Presentación en pantalla (16:9)</PresentationFormat>
  <Paragraphs>4907</Paragraphs>
  <Slides>208</Slides>
  <Notes>208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208</vt:i4>
      </vt:variant>
    </vt:vector>
  </HeadingPairs>
  <TitlesOfParts>
    <vt:vector size="212" baseType="lpstr">
      <vt:lpstr>Lato</vt:lpstr>
      <vt:lpstr>Raleway</vt:lpstr>
      <vt:lpstr>Arial</vt:lpstr>
      <vt:lpstr>Streamline</vt:lpstr>
      <vt:lpstr>Evaluación Final - TTPS Técnicas y Estrategias para la Resolución de Problemas</vt:lpstr>
      <vt:lpstr>Aho-Corasick </vt:lpstr>
      <vt:lpstr>¿Cuándo y por qué surgió?</vt:lpstr>
      <vt:lpstr>Alfred Vaino Aho (1941-)</vt:lpstr>
      <vt:lpstr>Margaret John Corasick (1942-)</vt:lpstr>
      <vt:lpstr>Anécdota en Masterminds of Programming</vt:lpstr>
      <vt:lpstr>¿Qué problema resuelve?</vt:lpstr>
      <vt:lpstr>Aplicaciones en el mundo real</vt:lpstr>
      <vt:lpstr>Consideremos el siguiente problema:</vt:lpstr>
      <vt:lpstr>Terminología</vt:lpstr>
      <vt:lpstr>Solución trivial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¿Cómo lo podemos mejorar?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Búsqueda paralela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Analicemos este nuevo algoritmo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Construcción del Trie</vt:lpstr>
      <vt:lpstr>Situación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Failure Links</vt:lpstr>
      <vt:lpstr>¿Por qué son tan importantes?</vt:lpstr>
      <vt:lpstr>¿Los failure links son suficientes?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¿Qué pasó?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Algoritmo final</vt:lpstr>
      <vt:lpstr>Tiempo de ejecución</vt:lpstr>
      <vt:lpstr>Tiempo de ejecución</vt:lpstr>
      <vt:lpstr>Situación actual</vt:lpstr>
      <vt:lpstr>Fase de construcción</vt:lpstr>
      <vt:lpstr>Construyendo los Failure Links</vt:lpstr>
      <vt:lpstr>Construyendo los Failure Links</vt:lpstr>
      <vt:lpstr>Construyendo los Failure Links</vt:lpstr>
      <vt:lpstr>Construyendo los Failure Links</vt:lpstr>
      <vt:lpstr>Construyendo los Failure Links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Failure Links</vt:lpstr>
      <vt:lpstr>Output Links</vt:lpstr>
      <vt:lpstr>Construyendo Output Links</vt:lpstr>
      <vt:lpstr>Complejidad final en la fase de construcción</vt:lpstr>
      <vt:lpstr>Complejidad total</vt:lpstr>
      <vt:lpstr>Implementación en Python</vt:lpstr>
      <vt:lpstr>Clase Node.</vt:lpstr>
      <vt:lpstr>Construcción del trie.</vt:lpstr>
      <vt:lpstr>Construcción de los failure links para la raíz y nodos de profundidad 1.</vt:lpstr>
      <vt:lpstr>Construcción de los failure y output links.</vt:lpstr>
      <vt:lpstr>Búsqueda de los patrones.</vt:lpstr>
      <vt:lpstr>16079 - I Love Strings!!</vt:lpstr>
      <vt:lpstr>Problema</vt:lpstr>
      <vt:lpstr>Input</vt:lpstr>
      <vt:lpstr>Output</vt:lpstr>
      <vt:lpstr>Solución</vt:lpstr>
      <vt:lpstr>Método search</vt:lpstr>
      <vt:lpstr>Método solve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sonrisas</cp:lastModifiedBy>
  <cp:revision>1</cp:revision>
  <dcterms:modified xsi:type="dcterms:W3CDTF">2026-03-06T19:00:27Z</dcterms:modified>
</cp:coreProperties>
</file>